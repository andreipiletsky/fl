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2.xml" ContentType="application/vnd.openxmlformats-officedocument.themeOverride+xml"/>
  <Override PartName="/ppt/charts/chart2.xml" ContentType="application/vnd.openxmlformats-officedocument.drawingml.chart+xml"/>
  <Override PartName="/ppt/theme/themeOverride3.xml" ContentType="application/vnd.openxmlformats-officedocument.themeOverride+xml"/>
  <Override PartName="/ppt/charts/chart3.xml" ContentType="application/vnd.openxmlformats-officedocument.drawingml.chart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87" r:id="rId2"/>
    <p:sldId id="294" r:id="rId3"/>
  </p:sldIdLst>
  <p:sldSz cx="9144000" cy="6858000" type="screen4x3"/>
  <p:notesSz cx="6794500" cy="9906000"/>
  <p:custDataLst>
    <p:tags r:id="rId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orient="horz" pos="1842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2341">
          <p15:clr>
            <a:srgbClr val="A4A3A4"/>
          </p15:clr>
        </p15:guide>
        <p15:guide id="5" orient="horz" pos="799">
          <p15:clr>
            <a:srgbClr val="A4A3A4"/>
          </p15:clr>
        </p15:guide>
        <p15:guide id="6" orient="horz" pos="4156">
          <p15:clr>
            <a:srgbClr val="A4A3A4"/>
          </p15:clr>
        </p15:guide>
        <p15:guide id="7" pos="2880">
          <p15:clr>
            <a:srgbClr val="A4A3A4"/>
          </p15:clr>
        </p15:guide>
        <p15:guide id="8" pos="249">
          <p15:clr>
            <a:srgbClr val="A4A3A4"/>
          </p15:clr>
        </p15:guide>
        <p15:guide id="9" pos="3061">
          <p15:clr>
            <a:srgbClr val="A4A3A4"/>
          </p15:clr>
        </p15:guide>
        <p15:guide id="10" pos="68">
          <p15:clr>
            <a:srgbClr val="A4A3A4"/>
          </p15:clr>
        </p15:guide>
        <p15:guide id="11" pos="5692">
          <p15:clr>
            <a:srgbClr val="A4A3A4"/>
          </p15:clr>
        </p15:guide>
        <p15:guide id="12" pos="2290">
          <p15:clr>
            <a:srgbClr val="A4A3A4"/>
          </p15:clr>
        </p15:guide>
        <p15:guide id="13" pos="5103">
          <p15:clr>
            <a:srgbClr val="A4A3A4"/>
          </p15:clr>
        </p15:guide>
        <p15:guide id="14" pos="278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Автор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5F0FB"/>
    <a:srgbClr val="2FB4E9"/>
    <a:srgbClr val="FFDD96"/>
    <a:srgbClr val="ACE1F6"/>
    <a:srgbClr val="000000"/>
    <a:srgbClr val="F2F2F2"/>
    <a:srgbClr val="0070BA"/>
    <a:srgbClr val="F7A600"/>
    <a:srgbClr val="0040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1964" autoAdjust="0"/>
    <p:restoredTop sz="94652" autoAdjust="0"/>
  </p:normalViewPr>
  <p:slideViewPr>
    <p:cSldViewPr showGuides="1">
      <p:cViewPr varScale="1">
        <p:scale>
          <a:sx n="113" d="100"/>
          <a:sy n="113" d="100"/>
        </p:scale>
        <p:origin x="1014" y="108"/>
      </p:cViewPr>
      <p:guideLst>
        <p:guide orient="horz" pos="2205"/>
        <p:guide orient="horz" pos="1842"/>
        <p:guide orient="horz" pos="3475"/>
        <p:guide orient="horz" pos="2341"/>
        <p:guide orient="horz" pos="799"/>
        <p:guide orient="horz" pos="4156"/>
        <p:guide pos="2880"/>
        <p:guide pos="249"/>
        <p:guide pos="3061"/>
        <p:guide pos="68"/>
        <p:guide pos="5692"/>
        <p:guide pos="2290"/>
        <p:guide pos="5103"/>
        <p:guide pos="27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00" d="100"/>
        <a:sy n="200" d="100"/>
      </p:scale>
      <p:origin x="0" y="1254"/>
    </p:cViewPr>
  </p:sorterViewPr>
  <p:notesViewPr>
    <p:cSldViewPr showGuides="1">
      <p:cViewPr varScale="1">
        <p:scale>
          <a:sx n="94" d="100"/>
          <a:sy n="94" d="100"/>
        </p:scale>
        <p:origin x="-3624" y="-114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2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3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strRef>
          <c:f>Дата!$A$1</c:f>
          <c:strCache>
            <c:ptCount val="1"/>
            <c:pt idx="0">
              <c:v>ГПН</c:v>
            </c:pt>
          </c:strCache>
        </c:strRef>
      </c:tx>
      <c:overlay val="0"/>
      <c:txPr>
        <a:bodyPr/>
        <a:lstStyle/>
        <a:p>
          <a:pPr>
            <a:defRPr sz="720" baseline="0"/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Дата!$I$1</c:f>
              <c:strCache>
                <c:ptCount val="1"/>
                <c:pt idx="0">
                  <c:v>Бурение, сут/1000м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aseline="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Дата!$A$2:$A$17</c:f>
              <c:strCache>
                <c:ptCount val="16"/>
                <c:pt idx="0">
                  <c:v>янв.</c:v>
                </c:pt>
                <c:pt idx="1">
                  <c:v>фев.</c:v>
                </c:pt>
                <c:pt idx="2">
                  <c:v>мар.</c:v>
                </c:pt>
                <c:pt idx="3">
                  <c:v>апр.</c:v>
                </c:pt>
                <c:pt idx="4">
                  <c:v>май.</c:v>
                </c:pt>
                <c:pt idx="5">
                  <c:v>июн.</c:v>
                </c:pt>
                <c:pt idx="6">
                  <c:v>июл.</c:v>
                </c:pt>
                <c:pt idx="7">
                  <c:v>авг.</c:v>
                </c:pt>
                <c:pt idx="8">
                  <c:v>сен.</c:v>
                </c:pt>
                <c:pt idx="9">
                  <c:v>окт.</c:v>
                </c:pt>
                <c:pt idx="10">
                  <c:v>ноя.</c:v>
                </c:pt>
                <c:pt idx="11">
                  <c:v>дек.</c:v>
                </c:pt>
                <c:pt idx="12">
                  <c:v>прошл. год</c:v>
                </c:pt>
                <c:pt idx="13">
                  <c:v>мес. прошл. года</c:v>
                </c:pt>
                <c:pt idx="14">
                  <c:v>мес. тек. Года</c:v>
                </c:pt>
                <c:pt idx="15">
                  <c:v>БП мес.</c:v>
                </c:pt>
              </c:strCache>
            </c:strRef>
          </c:cat>
          <c:val>
            <c:numRef>
              <c:f>Дата!$I$2:$I$17</c:f>
              <c:numCache>
                <c:formatCode>#,##0.0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74-48FF-B8EC-1A793992B29F}"/>
            </c:ext>
          </c:extLst>
        </c:ser>
        <c:ser>
          <c:idx val="1"/>
          <c:order val="1"/>
          <c:tx>
            <c:strRef>
              <c:f>Дата!$J$1</c:f>
              <c:strCache>
                <c:ptCount val="1"/>
                <c:pt idx="0">
                  <c:v>Безметражные работы, сут/1000м</c:v>
                </c:pt>
              </c:strCache>
            </c:strRef>
          </c:tx>
          <c:spPr>
            <a:solidFill>
              <a:srgbClr val="2FB4E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aseline="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Дата!$A$2:$A$17</c:f>
              <c:strCache>
                <c:ptCount val="16"/>
                <c:pt idx="0">
                  <c:v>янв.</c:v>
                </c:pt>
                <c:pt idx="1">
                  <c:v>фев.</c:v>
                </c:pt>
                <c:pt idx="2">
                  <c:v>мар.</c:v>
                </c:pt>
                <c:pt idx="3">
                  <c:v>апр.</c:v>
                </c:pt>
                <c:pt idx="4">
                  <c:v>май.</c:v>
                </c:pt>
                <c:pt idx="5">
                  <c:v>июн.</c:v>
                </c:pt>
                <c:pt idx="6">
                  <c:v>июл.</c:v>
                </c:pt>
                <c:pt idx="7">
                  <c:v>авг.</c:v>
                </c:pt>
                <c:pt idx="8">
                  <c:v>сен.</c:v>
                </c:pt>
                <c:pt idx="9">
                  <c:v>окт.</c:v>
                </c:pt>
                <c:pt idx="10">
                  <c:v>ноя.</c:v>
                </c:pt>
                <c:pt idx="11">
                  <c:v>дек.</c:v>
                </c:pt>
                <c:pt idx="12">
                  <c:v>прошл. год</c:v>
                </c:pt>
                <c:pt idx="13">
                  <c:v>мес. прошл. года</c:v>
                </c:pt>
                <c:pt idx="14">
                  <c:v>мес. тек. Года</c:v>
                </c:pt>
                <c:pt idx="15">
                  <c:v>БП мес.</c:v>
                </c:pt>
              </c:strCache>
            </c:strRef>
          </c:cat>
          <c:val>
            <c:numRef>
              <c:f>Дата!$J$2:$J$17</c:f>
              <c:numCache>
                <c:formatCode>#,##0.0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74-48FF-B8EC-1A793992B29F}"/>
            </c:ext>
          </c:extLst>
        </c:ser>
        <c:ser>
          <c:idx val="2"/>
          <c:order val="2"/>
          <c:tx>
            <c:strRef>
              <c:f>Дата!$K$1</c:f>
              <c:strCache>
                <c:ptCount val="1"/>
                <c:pt idx="0">
                  <c:v> НПВ, сут/1000м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aseline="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Дата!$A$2:$A$17</c:f>
              <c:strCache>
                <c:ptCount val="16"/>
                <c:pt idx="0">
                  <c:v>янв.</c:v>
                </c:pt>
                <c:pt idx="1">
                  <c:v>фев.</c:v>
                </c:pt>
                <c:pt idx="2">
                  <c:v>мар.</c:v>
                </c:pt>
                <c:pt idx="3">
                  <c:v>апр.</c:v>
                </c:pt>
                <c:pt idx="4">
                  <c:v>май.</c:v>
                </c:pt>
                <c:pt idx="5">
                  <c:v>июн.</c:v>
                </c:pt>
                <c:pt idx="6">
                  <c:v>июл.</c:v>
                </c:pt>
                <c:pt idx="7">
                  <c:v>авг.</c:v>
                </c:pt>
                <c:pt idx="8">
                  <c:v>сен.</c:v>
                </c:pt>
                <c:pt idx="9">
                  <c:v>окт.</c:v>
                </c:pt>
                <c:pt idx="10">
                  <c:v>ноя.</c:v>
                </c:pt>
                <c:pt idx="11">
                  <c:v>дек.</c:v>
                </c:pt>
                <c:pt idx="12">
                  <c:v>прошл. год</c:v>
                </c:pt>
                <c:pt idx="13">
                  <c:v>мес. прошл. года</c:v>
                </c:pt>
                <c:pt idx="14">
                  <c:v>мес. тек. Года</c:v>
                </c:pt>
                <c:pt idx="15">
                  <c:v>БП мес.</c:v>
                </c:pt>
              </c:strCache>
            </c:strRef>
          </c:cat>
          <c:val>
            <c:numRef>
              <c:f>Дата!$K$2:$K$17</c:f>
              <c:numCache>
                <c:formatCode>#,##0.0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74-48FF-B8EC-1A793992B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3658992"/>
        <c:axId val="373659552"/>
      </c:barChart>
      <c:lineChart>
        <c:grouping val="standard"/>
        <c:varyColors val="0"/>
        <c:ser>
          <c:idx val="3"/>
          <c:order val="3"/>
          <c:tx>
            <c:strRef>
              <c:f>Дата!$L$1</c:f>
              <c:strCache>
                <c:ptCount val="1"/>
                <c:pt idx="0">
                  <c:v>Общее, сут/1000м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1" baseline="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#REF!</c:f>
            </c:multiLvlStrRef>
          </c:cat>
          <c:val>
            <c:numRef>
              <c:f>Дата!$L$2:$L$17</c:f>
              <c:numCache>
                <c:formatCode>#,##0.0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C74-48FF-B8EC-1A793992B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3658992"/>
        <c:axId val="373659552"/>
      </c:lineChart>
      <c:catAx>
        <c:axId val="3736589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 baseline="0"/>
            </a:pPr>
            <a:endParaRPr lang="ru-RU"/>
          </a:p>
        </c:txPr>
        <c:crossAx val="373659552"/>
        <c:crosses val="autoZero"/>
        <c:auto val="1"/>
        <c:lblAlgn val="ctr"/>
        <c:lblOffset val="100"/>
        <c:noMultiLvlLbl val="0"/>
      </c:catAx>
      <c:valAx>
        <c:axId val="373659552"/>
        <c:scaling>
          <c:orientation val="minMax"/>
        </c:scaling>
        <c:delete val="0"/>
        <c:axPos val="l"/>
        <c:numFmt formatCode="#,##0.0" sourceLinked="1"/>
        <c:majorTickMark val="out"/>
        <c:minorTickMark val="none"/>
        <c:tickLblPos val="nextTo"/>
        <c:txPr>
          <a:bodyPr/>
          <a:lstStyle/>
          <a:p>
            <a:pPr>
              <a:defRPr sz="600" baseline="0"/>
            </a:pPr>
            <a:endParaRPr lang="ru-RU"/>
          </a:p>
        </c:txPr>
        <c:crossAx val="373658992"/>
        <c:crosses val="autoZero"/>
        <c:crossBetween val="between"/>
      </c:valAx>
    </c:plotArea>
    <c:legend>
      <c:legendPos val="b"/>
      <c:legendEntry>
        <c:idx val="3"/>
        <c:delete val="1"/>
      </c:legendEntry>
      <c:overlay val="0"/>
      <c:txPr>
        <a:bodyPr/>
        <a:lstStyle/>
        <a:p>
          <a:pPr>
            <a:defRPr sz="600" baseline="0"/>
          </a:pPr>
          <a:endParaRPr lang="ru-RU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strRef>
          <c:f>Дата!$A$1</c:f>
          <c:strCache>
            <c:ptCount val="1"/>
            <c:pt idx="0">
              <c:v>ГПН</c:v>
            </c:pt>
          </c:strCache>
        </c:strRef>
      </c:tx>
      <c:overlay val="0"/>
      <c:txPr>
        <a:bodyPr/>
        <a:lstStyle/>
        <a:p>
          <a:pPr>
            <a:defRPr sz="720" baseline="0"/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Дата!$I$1</c:f>
              <c:strCache>
                <c:ptCount val="1"/>
                <c:pt idx="0">
                  <c:v>Бурение, сут/1000м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aseline="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Дата!$A$2:$A$17</c:f>
              <c:strCache>
                <c:ptCount val="16"/>
                <c:pt idx="0">
                  <c:v>янв.</c:v>
                </c:pt>
                <c:pt idx="1">
                  <c:v>фев.</c:v>
                </c:pt>
                <c:pt idx="2">
                  <c:v>мар.</c:v>
                </c:pt>
                <c:pt idx="3">
                  <c:v>апр.</c:v>
                </c:pt>
                <c:pt idx="4">
                  <c:v>май.</c:v>
                </c:pt>
                <c:pt idx="5">
                  <c:v>июн.</c:v>
                </c:pt>
                <c:pt idx="6">
                  <c:v>июл.</c:v>
                </c:pt>
                <c:pt idx="7">
                  <c:v>авг.</c:v>
                </c:pt>
                <c:pt idx="8">
                  <c:v>сен.</c:v>
                </c:pt>
                <c:pt idx="9">
                  <c:v>окт.</c:v>
                </c:pt>
                <c:pt idx="10">
                  <c:v>ноя.</c:v>
                </c:pt>
                <c:pt idx="11">
                  <c:v>дек.</c:v>
                </c:pt>
                <c:pt idx="12">
                  <c:v>прошл. год</c:v>
                </c:pt>
                <c:pt idx="13">
                  <c:v>мес. прошл. года</c:v>
                </c:pt>
                <c:pt idx="14">
                  <c:v>мес. тек. Года</c:v>
                </c:pt>
                <c:pt idx="15">
                  <c:v>БП мес.</c:v>
                </c:pt>
              </c:strCache>
            </c:strRef>
          </c:cat>
          <c:val>
            <c:numRef>
              <c:f>Дата!$I$2:$I$17</c:f>
              <c:numCache>
                <c:formatCode>#,##0.0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23-4DD2-80A1-B4DDEF464846}"/>
            </c:ext>
          </c:extLst>
        </c:ser>
        <c:ser>
          <c:idx val="1"/>
          <c:order val="1"/>
          <c:tx>
            <c:strRef>
              <c:f>Дата!$J$1</c:f>
              <c:strCache>
                <c:ptCount val="1"/>
                <c:pt idx="0">
                  <c:v>Безметражные работы, сут/1000м</c:v>
                </c:pt>
              </c:strCache>
            </c:strRef>
          </c:tx>
          <c:spPr>
            <a:solidFill>
              <a:srgbClr val="2FB4E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aseline="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Дата!$A$2:$A$17</c:f>
              <c:strCache>
                <c:ptCount val="16"/>
                <c:pt idx="0">
                  <c:v>янв.</c:v>
                </c:pt>
                <c:pt idx="1">
                  <c:v>фев.</c:v>
                </c:pt>
                <c:pt idx="2">
                  <c:v>мар.</c:v>
                </c:pt>
                <c:pt idx="3">
                  <c:v>апр.</c:v>
                </c:pt>
                <c:pt idx="4">
                  <c:v>май.</c:v>
                </c:pt>
                <c:pt idx="5">
                  <c:v>июн.</c:v>
                </c:pt>
                <c:pt idx="6">
                  <c:v>июл.</c:v>
                </c:pt>
                <c:pt idx="7">
                  <c:v>авг.</c:v>
                </c:pt>
                <c:pt idx="8">
                  <c:v>сен.</c:v>
                </c:pt>
                <c:pt idx="9">
                  <c:v>окт.</c:v>
                </c:pt>
                <c:pt idx="10">
                  <c:v>ноя.</c:v>
                </c:pt>
                <c:pt idx="11">
                  <c:v>дек.</c:v>
                </c:pt>
                <c:pt idx="12">
                  <c:v>прошл. год</c:v>
                </c:pt>
                <c:pt idx="13">
                  <c:v>мес. прошл. года</c:v>
                </c:pt>
                <c:pt idx="14">
                  <c:v>мес. тек. Года</c:v>
                </c:pt>
                <c:pt idx="15">
                  <c:v>БП мес.</c:v>
                </c:pt>
              </c:strCache>
            </c:strRef>
          </c:cat>
          <c:val>
            <c:numRef>
              <c:f>Дата!$J$2:$J$17</c:f>
              <c:numCache>
                <c:formatCode>#,##0.0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23-4DD2-80A1-B4DDEF464846}"/>
            </c:ext>
          </c:extLst>
        </c:ser>
        <c:ser>
          <c:idx val="2"/>
          <c:order val="2"/>
          <c:tx>
            <c:strRef>
              <c:f>Дата!$K$1</c:f>
              <c:strCache>
                <c:ptCount val="1"/>
                <c:pt idx="0">
                  <c:v> НПВ, сут/1000м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aseline="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Дата!$A$2:$A$17</c:f>
              <c:strCache>
                <c:ptCount val="16"/>
                <c:pt idx="0">
                  <c:v>янв.</c:v>
                </c:pt>
                <c:pt idx="1">
                  <c:v>фев.</c:v>
                </c:pt>
                <c:pt idx="2">
                  <c:v>мар.</c:v>
                </c:pt>
                <c:pt idx="3">
                  <c:v>апр.</c:v>
                </c:pt>
                <c:pt idx="4">
                  <c:v>май.</c:v>
                </c:pt>
                <c:pt idx="5">
                  <c:v>июн.</c:v>
                </c:pt>
                <c:pt idx="6">
                  <c:v>июл.</c:v>
                </c:pt>
                <c:pt idx="7">
                  <c:v>авг.</c:v>
                </c:pt>
                <c:pt idx="8">
                  <c:v>сен.</c:v>
                </c:pt>
                <c:pt idx="9">
                  <c:v>окт.</c:v>
                </c:pt>
                <c:pt idx="10">
                  <c:v>ноя.</c:v>
                </c:pt>
                <c:pt idx="11">
                  <c:v>дек.</c:v>
                </c:pt>
                <c:pt idx="12">
                  <c:v>прошл. год</c:v>
                </c:pt>
                <c:pt idx="13">
                  <c:v>мес. прошл. года</c:v>
                </c:pt>
                <c:pt idx="14">
                  <c:v>мес. тек. Года</c:v>
                </c:pt>
                <c:pt idx="15">
                  <c:v>БП мес.</c:v>
                </c:pt>
              </c:strCache>
            </c:strRef>
          </c:cat>
          <c:val>
            <c:numRef>
              <c:f>Дата!$K$2:$K$17</c:f>
              <c:numCache>
                <c:formatCode>#,##0.0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23-4DD2-80A1-B4DDEF4648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73658992"/>
        <c:axId val="373659552"/>
      </c:barChart>
      <c:lineChart>
        <c:grouping val="standard"/>
        <c:varyColors val="0"/>
        <c:ser>
          <c:idx val="3"/>
          <c:order val="3"/>
          <c:tx>
            <c:strRef>
              <c:f>Дата!$L$1</c:f>
              <c:strCache>
                <c:ptCount val="1"/>
                <c:pt idx="0">
                  <c:v>Общее, сут/1000м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1" baseline="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#REF!</c:f>
            </c:multiLvlStrRef>
          </c:cat>
          <c:val>
            <c:numRef>
              <c:f>Дата!$L$2:$L$17</c:f>
              <c:numCache>
                <c:formatCode>#,##0.0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723-4DD2-80A1-B4DDEF4648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3658992"/>
        <c:axId val="373659552"/>
      </c:lineChart>
      <c:catAx>
        <c:axId val="3736589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 baseline="0"/>
            </a:pPr>
            <a:endParaRPr lang="ru-RU"/>
          </a:p>
        </c:txPr>
        <c:crossAx val="373659552"/>
        <c:crosses val="autoZero"/>
        <c:auto val="1"/>
        <c:lblAlgn val="ctr"/>
        <c:lblOffset val="100"/>
        <c:noMultiLvlLbl val="0"/>
      </c:catAx>
      <c:valAx>
        <c:axId val="373659552"/>
        <c:scaling>
          <c:orientation val="minMax"/>
        </c:scaling>
        <c:delete val="0"/>
        <c:axPos val="l"/>
        <c:numFmt formatCode="#,##0.0" sourceLinked="1"/>
        <c:majorTickMark val="out"/>
        <c:minorTickMark val="none"/>
        <c:tickLblPos val="nextTo"/>
        <c:txPr>
          <a:bodyPr/>
          <a:lstStyle/>
          <a:p>
            <a:pPr>
              <a:defRPr sz="600" baseline="0"/>
            </a:pPr>
            <a:endParaRPr lang="ru-RU"/>
          </a:p>
        </c:txPr>
        <c:crossAx val="373658992"/>
        <c:crosses val="autoZero"/>
        <c:crossBetween val="between"/>
      </c:valAx>
    </c:plotArea>
    <c:legend>
      <c:legendPos val="b"/>
      <c:legendEntry>
        <c:idx val="3"/>
        <c:delete val="1"/>
      </c:legendEntry>
      <c:overlay val="0"/>
      <c:txPr>
        <a:bodyPr/>
        <a:lstStyle/>
        <a:p>
          <a:pPr>
            <a:defRPr sz="600" baseline="0"/>
          </a:pPr>
          <a:endParaRPr lang="ru-RU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strRef>
          <c:f>Дата!$A$1</c:f>
          <c:strCache>
            <c:ptCount val="1"/>
            <c:pt idx="0">
              <c:v>ГПН</c:v>
            </c:pt>
          </c:strCache>
        </c:strRef>
      </c:tx>
      <c:overlay val="0"/>
      <c:txPr>
        <a:bodyPr/>
        <a:lstStyle/>
        <a:p>
          <a:pPr>
            <a:defRPr sz="720" baseline="0"/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4.9464748180562956E-2"/>
          <c:y val="0.10313121951210916"/>
          <c:w val="0.91627320198787499"/>
          <c:h val="0.6504681998928831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Дата!$J$1</c:f>
              <c:strCache>
                <c:ptCount val="1"/>
                <c:pt idx="0">
                  <c:v>Авария, %</c:v>
                </c:pt>
              </c:strCache>
            </c:strRef>
          </c:tx>
          <c:spPr>
            <a:solidFill>
              <a:srgbClr val="003869"/>
            </a:solidFill>
          </c:spPr>
          <c:invertIfNegative val="0"/>
          <c:cat>
            <c:multiLvlStrRef>
              <c:f>#REF!$A$39:$A$53</c:f>
            </c:multiLvlStrRef>
          </c:cat>
          <c:val>
            <c:numRef>
              <c:f>Дата!$J$2:$J$16</c:f>
              <c:numCache>
                <c:formatCode>#,##0.0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6-420F-BAFC-FD76FEA9D75A}"/>
            </c:ext>
          </c:extLst>
        </c:ser>
        <c:ser>
          <c:idx val="1"/>
          <c:order val="1"/>
          <c:tx>
            <c:strRef>
              <c:f>Дата!$K$1</c:f>
              <c:strCache>
                <c:ptCount val="1"/>
                <c:pt idx="0">
                  <c:v>Брак, %</c:v>
                </c:pt>
              </c:strCache>
            </c:strRef>
          </c:tx>
          <c:spPr>
            <a:solidFill>
              <a:srgbClr val="289FCE"/>
            </a:solidFill>
          </c:spPr>
          <c:invertIfNegative val="0"/>
          <c:cat>
            <c:multiLvlStrRef>
              <c:f>#REF!$A$39:$A$53</c:f>
            </c:multiLvlStrRef>
          </c:cat>
          <c:val>
            <c:numRef>
              <c:f>Дата!$K$2:$K$16</c:f>
              <c:numCache>
                <c:formatCode>#,##0.0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46-420F-BAFC-FD76FEA9D75A}"/>
            </c:ext>
          </c:extLst>
        </c:ser>
        <c:ser>
          <c:idx val="2"/>
          <c:order val="2"/>
          <c:tx>
            <c:strRef>
              <c:f>Дата!$L$1</c:f>
              <c:strCache>
                <c:ptCount val="1"/>
                <c:pt idx="0">
                  <c:v>Осложнение по геологическим причинам, %</c:v>
                </c:pt>
              </c:strCache>
            </c:strRef>
          </c:tx>
          <c:spPr>
            <a:solidFill>
              <a:srgbClr val="0062A4"/>
            </a:solidFill>
          </c:spPr>
          <c:invertIfNegative val="0"/>
          <c:cat>
            <c:multiLvlStrRef>
              <c:f>#REF!$A$39:$A$53</c:f>
            </c:multiLvlStrRef>
          </c:cat>
          <c:val>
            <c:numRef>
              <c:f>Дата!$L$2:$L$16</c:f>
              <c:numCache>
                <c:formatCode>#,##0.0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46-420F-BAFC-FD76FEA9D75A}"/>
            </c:ext>
          </c:extLst>
        </c:ser>
        <c:ser>
          <c:idx val="3"/>
          <c:order val="3"/>
          <c:tx>
            <c:strRef>
              <c:f>Дата!$M$1</c:f>
              <c:strCache>
                <c:ptCount val="1"/>
                <c:pt idx="0">
                  <c:v>Осложнение, %</c:v>
                </c:pt>
              </c:strCache>
            </c:strRef>
          </c:tx>
          <c:spPr>
            <a:solidFill>
              <a:srgbClr val="C1C1C1"/>
            </a:solidFill>
          </c:spPr>
          <c:invertIfNegative val="0"/>
          <c:cat>
            <c:multiLvlStrRef>
              <c:f>#REF!$A$39:$A$53</c:f>
            </c:multiLvlStrRef>
          </c:cat>
          <c:val>
            <c:numRef>
              <c:f>Дата!$M$2:$M$16</c:f>
              <c:numCache>
                <c:formatCode>#,##0.0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46-420F-BAFC-FD76FEA9D75A}"/>
            </c:ext>
          </c:extLst>
        </c:ser>
        <c:ser>
          <c:idx val="4"/>
          <c:order val="4"/>
          <c:tx>
            <c:strRef>
              <c:f>Дата!$N$1</c:f>
              <c:strCache>
                <c:ptCount val="1"/>
                <c:pt idx="0">
                  <c:v>Простой по метеоусловиям, %</c:v>
                </c:pt>
              </c:strCache>
            </c:strRef>
          </c:tx>
          <c:spPr>
            <a:solidFill>
              <a:srgbClr val="9AA711"/>
            </a:solidFill>
          </c:spPr>
          <c:invertIfNegative val="0"/>
          <c:cat>
            <c:multiLvlStrRef>
              <c:f>#REF!$A$39:$A$53</c:f>
            </c:multiLvlStrRef>
          </c:cat>
          <c:val>
            <c:numRef>
              <c:f>Дата!$N$2:$N$16</c:f>
              <c:numCache>
                <c:formatCode>#,##0.0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46-420F-BAFC-FD76FEA9D75A}"/>
            </c:ext>
          </c:extLst>
        </c:ser>
        <c:ser>
          <c:idx val="5"/>
          <c:order val="5"/>
          <c:tx>
            <c:strRef>
              <c:f>Дата!$O$1</c:f>
              <c:strCache>
                <c:ptCount val="1"/>
                <c:pt idx="0">
                  <c:v>Простой, %</c:v>
                </c:pt>
              </c:strCache>
            </c:strRef>
          </c:tx>
          <c:spPr>
            <a:solidFill>
              <a:srgbClr val="DB9300"/>
            </a:solidFill>
          </c:spPr>
          <c:invertIfNegative val="0"/>
          <c:cat>
            <c:multiLvlStrRef>
              <c:f>#REF!$A$39:$A$53</c:f>
            </c:multiLvlStrRef>
          </c:cat>
          <c:val>
            <c:numRef>
              <c:f>Дата!$O$2:$O$16</c:f>
              <c:numCache>
                <c:formatCode>#,##0.0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D46-420F-BAFC-FD76FEA9D75A}"/>
            </c:ext>
          </c:extLst>
        </c:ser>
        <c:ser>
          <c:idx val="6"/>
          <c:order val="6"/>
          <c:tx>
            <c:strRef>
              <c:f>Дата!$P$1</c:f>
              <c:strCache>
                <c:ptCount val="1"/>
                <c:pt idx="0">
                  <c:v>Ремонт, %</c:v>
                </c:pt>
              </c:strCache>
            </c:strRef>
          </c:tx>
          <c:spPr>
            <a:solidFill>
              <a:srgbClr val="848EA4"/>
            </a:solidFill>
          </c:spPr>
          <c:invertIfNegative val="0"/>
          <c:cat>
            <c:multiLvlStrRef>
              <c:f>#REF!$A$39:$A$53</c:f>
            </c:multiLvlStrRef>
          </c:cat>
          <c:val>
            <c:numRef>
              <c:f>Дата!$P$2:$P$16</c:f>
              <c:numCache>
                <c:formatCode>#,##0.0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D46-420F-BAFC-FD76FEA9D7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78319024"/>
        <c:axId val="278319584"/>
      </c:barChart>
      <c:lineChart>
        <c:grouping val="standard"/>
        <c:varyColors val="0"/>
        <c:ser>
          <c:idx val="7"/>
          <c:order val="7"/>
          <c:tx>
            <c:strRef>
              <c:f>Дата!$Q$1</c:f>
              <c:strCache>
                <c:ptCount val="1"/>
                <c:pt idx="0">
                  <c:v>Т НПВ, %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1" baseline="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Дата!$A$2:$A$16</c:f>
              <c:strCache>
                <c:ptCount val="15"/>
                <c:pt idx="0">
                  <c:v>янв.</c:v>
                </c:pt>
                <c:pt idx="1">
                  <c:v>фев.</c:v>
                </c:pt>
                <c:pt idx="2">
                  <c:v>мар.</c:v>
                </c:pt>
                <c:pt idx="3">
                  <c:v>апр.</c:v>
                </c:pt>
                <c:pt idx="4">
                  <c:v>май.</c:v>
                </c:pt>
                <c:pt idx="5">
                  <c:v>июн.</c:v>
                </c:pt>
                <c:pt idx="6">
                  <c:v>июл.</c:v>
                </c:pt>
                <c:pt idx="7">
                  <c:v>авг.</c:v>
                </c:pt>
                <c:pt idx="8">
                  <c:v>сен.</c:v>
                </c:pt>
                <c:pt idx="9">
                  <c:v>окт.</c:v>
                </c:pt>
                <c:pt idx="10">
                  <c:v>ноя.</c:v>
                </c:pt>
                <c:pt idx="11">
                  <c:v>дек.</c:v>
                </c:pt>
                <c:pt idx="12">
                  <c:v>прошл. Год</c:v>
                </c:pt>
                <c:pt idx="13">
                  <c:v>мес. прошл. Года</c:v>
                </c:pt>
                <c:pt idx="14">
                  <c:v>мес. тек. Года</c:v>
                </c:pt>
              </c:strCache>
            </c:strRef>
          </c:cat>
          <c:val>
            <c:numRef>
              <c:f>Дата!$Q$2:$Q$16</c:f>
              <c:numCache>
                <c:formatCode>#,##0.0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D46-420F-BAFC-FD76FEA9D7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319024"/>
        <c:axId val="278319584"/>
      </c:lineChart>
      <c:catAx>
        <c:axId val="2783190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 baseline="0"/>
            </a:pPr>
            <a:endParaRPr lang="ru-RU"/>
          </a:p>
        </c:txPr>
        <c:crossAx val="278319584"/>
        <c:crosses val="autoZero"/>
        <c:auto val="1"/>
        <c:lblAlgn val="ctr"/>
        <c:lblOffset val="100"/>
        <c:noMultiLvlLbl val="0"/>
      </c:catAx>
      <c:valAx>
        <c:axId val="278319584"/>
        <c:scaling>
          <c:orientation val="minMax"/>
        </c:scaling>
        <c:delete val="0"/>
        <c:axPos val="l"/>
        <c:numFmt formatCode="#,##0.0" sourceLinked="1"/>
        <c:majorTickMark val="out"/>
        <c:minorTickMark val="none"/>
        <c:tickLblPos val="nextTo"/>
        <c:txPr>
          <a:bodyPr/>
          <a:lstStyle/>
          <a:p>
            <a:pPr>
              <a:defRPr sz="600" baseline="0"/>
            </a:pPr>
            <a:endParaRPr lang="ru-RU"/>
          </a:p>
        </c:txPr>
        <c:crossAx val="278319024"/>
        <c:crosses val="autoZero"/>
        <c:crossBetween val="between"/>
      </c:valAx>
    </c:plotArea>
    <c:legend>
      <c:legendPos val="b"/>
      <c:legendEntry>
        <c:idx val="7"/>
        <c:delete val="1"/>
      </c:legendEntry>
      <c:layout>
        <c:manualLayout>
          <c:xMode val="edge"/>
          <c:yMode val="edge"/>
          <c:x val="0.10688994975294501"/>
          <c:y val="0.84278134911165059"/>
          <c:w val="0.78622010049410995"/>
          <c:h val="0.12884984600057556"/>
        </c:manualLayout>
      </c:layout>
      <c:overlay val="0"/>
      <c:txPr>
        <a:bodyPr/>
        <a:lstStyle/>
        <a:p>
          <a:pPr>
            <a:defRPr sz="600" baseline="0"/>
          </a:pPr>
          <a:endParaRPr lang="ru-RU"/>
        </a:p>
      </c:txPr>
    </c:legend>
    <c:plotVisOnly val="1"/>
    <c:dispBlanksAs val="gap"/>
    <c:showDLblsOverMax val="0"/>
  </c:chart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C112C-618E-450D-8EC6-8A5F69EA482B}" type="datetimeFigureOut">
              <a:rPr lang="ru-RU" smtClean="0"/>
              <a:t>26.09.2019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921A1-2FFB-4A56-B1D3-97E91C7935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222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F4875-AFE9-4C1E-9C9D-6E7FB8020971}" type="datetimeFigureOut">
              <a:rPr lang="ru-RU" smtClean="0"/>
              <a:t>26.09.2019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7C957-9CF5-4A2C-A7A7-4F6B6AAB94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149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7C957-9CF5-4A2C-A7A7-4F6B6AAB948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931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TitleSlid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4572000" y="3644900"/>
            <a:ext cx="4284663" cy="1801900"/>
          </a:xfrm>
        </p:spPr>
        <p:txBody>
          <a:bodyPr anchor="t">
            <a:noAutofit/>
          </a:bodyPr>
          <a:lstStyle>
            <a:lvl1pPr>
              <a:defRPr sz="1600" cap="none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Введите название презентации</a:t>
            </a:r>
            <a:br>
              <a:rPr lang="ru-RU" dirty="0"/>
            </a:br>
            <a:r>
              <a:rPr lang="en-US" dirty="0"/>
              <a:t>(</a:t>
            </a:r>
            <a:r>
              <a:rPr lang="ru-RU" dirty="0"/>
              <a:t>оставайтесь в пределах области)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87338" y="6129705"/>
            <a:ext cx="3924612" cy="180000"/>
          </a:xfrm>
        </p:spPr>
        <p:txBody>
          <a:bodyPr anchor="b">
            <a:noAutofit/>
          </a:bodyPr>
          <a:lstStyle>
            <a:lvl1pPr marL="0" indent="0" algn="l">
              <a:spcBef>
                <a:spcPts val="600"/>
              </a:spcBef>
              <a:spcAft>
                <a:spcPts val="0"/>
              </a:spcAft>
              <a:buNone/>
              <a:defRPr sz="900" b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Введите дату</a:t>
            </a:r>
          </a:p>
        </p:txBody>
      </p:sp>
      <p:grpSp>
        <p:nvGrpSpPr>
          <p:cNvPr id="7" name="TitleLogoRus"/>
          <p:cNvGrpSpPr>
            <a:grpSpLocks noChangeAspect="1"/>
          </p:cNvGrpSpPr>
          <p:nvPr/>
        </p:nvGrpSpPr>
        <p:grpSpPr bwMode="auto">
          <a:xfrm>
            <a:off x="7895863" y="5860720"/>
            <a:ext cx="957932" cy="452631"/>
            <a:chOff x="264" y="1159"/>
            <a:chExt cx="3492" cy="1650"/>
          </a:xfrm>
          <a:solidFill>
            <a:schemeClr val="accent3"/>
          </a:solidFill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996" y="1657"/>
              <a:ext cx="258" cy="576"/>
            </a:xfrm>
            <a:custGeom>
              <a:avLst/>
              <a:gdLst>
                <a:gd name="T0" fmla="*/ 128 w 258"/>
                <a:gd name="T1" fmla="*/ 504 h 576"/>
                <a:gd name="T2" fmla="*/ 112 w 258"/>
                <a:gd name="T3" fmla="*/ 498 h 576"/>
                <a:gd name="T4" fmla="*/ 104 w 258"/>
                <a:gd name="T5" fmla="*/ 482 h 576"/>
                <a:gd name="T6" fmla="*/ 104 w 258"/>
                <a:gd name="T7" fmla="*/ 94 h 576"/>
                <a:gd name="T8" fmla="*/ 104 w 258"/>
                <a:gd name="T9" fmla="*/ 92 h 576"/>
                <a:gd name="T10" fmla="*/ 106 w 258"/>
                <a:gd name="T11" fmla="*/ 84 h 576"/>
                <a:gd name="T12" fmla="*/ 120 w 258"/>
                <a:gd name="T13" fmla="*/ 72 h 576"/>
                <a:gd name="T14" fmla="*/ 128 w 258"/>
                <a:gd name="T15" fmla="*/ 72 h 576"/>
                <a:gd name="T16" fmla="*/ 146 w 258"/>
                <a:gd name="T17" fmla="*/ 78 h 576"/>
                <a:gd name="T18" fmla="*/ 154 w 258"/>
                <a:gd name="T19" fmla="*/ 92 h 576"/>
                <a:gd name="T20" fmla="*/ 154 w 258"/>
                <a:gd name="T21" fmla="*/ 94 h 576"/>
                <a:gd name="T22" fmla="*/ 154 w 258"/>
                <a:gd name="T23" fmla="*/ 482 h 576"/>
                <a:gd name="T24" fmla="*/ 152 w 258"/>
                <a:gd name="T25" fmla="*/ 490 h 576"/>
                <a:gd name="T26" fmla="*/ 138 w 258"/>
                <a:gd name="T27" fmla="*/ 502 h 576"/>
                <a:gd name="T28" fmla="*/ 176 w 258"/>
                <a:gd name="T29" fmla="*/ 0 h 576"/>
                <a:gd name="T30" fmla="*/ 82 w 258"/>
                <a:gd name="T31" fmla="*/ 0 h 576"/>
                <a:gd name="T32" fmla="*/ 56 w 258"/>
                <a:gd name="T33" fmla="*/ 2 h 576"/>
                <a:gd name="T34" fmla="*/ 36 w 258"/>
                <a:gd name="T35" fmla="*/ 10 h 576"/>
                <a:gd name="T36" fmla="*/ 22 w 258"/>
                <a:gd name="T37" fmla="*/ 22 h 576"/>
                <a:gd name="T38" fmla="*/ 12 w 258"/>
                <a:gd name="T39" fmla="*/ 36 h 576"/>
                <a:gd name="T40" fmla="*/ 2 w 258"/>
                <a:gd name="T41" fmla="*/ 70 h 576"/>
                <a:gd name="T42" fmla="*/ 0 w 258"/>
                <a:gd name="T43" fmla="*/ 102 h 576"/>
                <a:gd name="T44" fmla="*/ 0 w 258"/>
                <a:gd name="T45" fmla="*/ 472 h 576"/>
                <a:gd name="T46" fmla="*/ 2 w 258"/>
                <a:gd name="T47" fmla="*/ 506 h 576"/>
                <a:gd name="T48" fmla="*/ 12 w 258"/>
                <a:gd name="T49" fmla="*/ 540 h 576"/>
                <a:gd name="T50" fmla="*/ 22 w 258"/>
                <a:gd name="T51" fmla="*/ 554 h 576"/>
                <a:gd name="T52" fmla="*/ 36 w 258"/>
                <a:gd name="T53" fmla="*/ 566 h 576"/>
                <a:gd name="T54" fmla="*/ 56 w 258"/>
                <a:gd name="T55" fmla="*/ 572 h 576"/>
                <a:gd name="T56" fmla="*/ 82 w 258"/>
                <a:gd name="T57" fmla="*/ 576 h 576"/>
                <a:gd name="T58" fmla="*/ 176 w 258"/>
                <a:gd name="T59" fmla="*/ 576 h 576"/>
                <a:gd name="T60" fmla="*/ 202 w 258"/>
                <a:gd name="T61" fmla="*/ 572 h 576"/>
                <a:gd name="T62" fmla="*/ 222 w 258"/>
                <a:gd name="T63" fmla="*/ 566 h 576"/>
                <a:gd name="T64" fmla="*/ 236 w 258"/>
                <a:gd name="T65" fmla="*/ 554 h 576"/>
                <a:gd name="T66" fmla="*/ 246 w 258"/>
                <a:gd name="T67" fmla="*/ 540 h 576"/>
                <a:gd name="T68" fmla="*/ 256 w 258"/>
                <a:gd name="T69" fmla="*/ 506 h 576"/>
                <a:gd name="T70" fmla="*/ 258 w 258"/>
                <a:gd name="T71" fmla="*/ 472 h 576"/>
                <a:gd name="T72" fmla="*/ 258 w 258"/>
                <a:gd name="T73" fmla="*/ 102 h 576"/>
                <a:gd name="T74" fmla="*/ 256 w 258"/>
                <a:gd name="T75" fmla="*/ 70 h 576"/>
                <a:gd name="T76" fmla="*/ 246 w 258"/>
                <a:gd name="T77" fmla="*/ 36 h 576"/>
                <a:gd name="T78" fmla="*/ 236 w 258"/>
                <a:gd name="T79" fmla="*/ 22 h 576"/>
                <a:gd name="T80" fmla="*/ 222 w 258"/>
                <a:gd name="T81" fmla="*/ 10 h 576"/>
                <a:gd name="T82" fmla="*/ 202 w 258"/>
                <a:gd name="T83" fmla="*/ 2 h 576"/>
                <a:gd name="T84" fmla="*/ 176 w 258"/>
                <a:gd name="T85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8" h="576">
                  <a:moveTo>
                    <a:pt x="128" y="504"/>
                  </a:moveTo>
                  <a:lnTo>
                    <a:pt x="128" y="504"/>
                  </a:lnTo>
                  <a:lnTo>
                    <a:pt x="120" y="502"/>
                  </a:lnTo>
                  <a:lnTo>
                    <a:pt x="112" y="498"/>
                  </a:lnTo>
                  <a:lnTo>
                    <a:pt x="106" y="490"/>
                  </a:lnTo>
                  <a:lnTo>
                    <a:pt x="104" y="482"/>
                  </a:lnTo>
                  <a:lnTo>
                    <a:pt x="104" y="482"/>
                  </a:lnTo>
                  <a:lnTo>
                    <a:pt x="104" y="94"/>
                  </a:lnTo>
                  <a:lnTo>
                    <a:pt x="104" y="94"/>
                  </a:lnTo>
                  <a:lnTo>
                    <a:pt x="104" y="92"/>
                  </a:lnTo>
                  <a:lnTo>
                    <a:pt x="104" y="92"/>
                  </a:lnTo>
                  <a:lnTo>
                    <a:pt x="106" y="84"/>
                  </a:lnTo>
                  <a:lnTo>
                    <a:pt x="112" y="78"/>
                  </a:lnTo>
                  <a:lnTo>
                    <a:pt x="120" y="72"/>
                  </a:lnTo>
                  <a:lnTo>
                    <a:pt x="128" y="72"/>
                  </a:lnTo>
                  <a:lnTo>
                    <a:pt x="128" y="72"/>
                  </a:lnTo>
                  <a:lnTo>
                    <a:pt x="138" y="72"/>
                  </a:lnTo>
                  <a:lnTo>
                    <a:pt x="146" y="78"/>
                  </a:lnTo>
                  <a:lnTo>
                    <a:pt x="150" y="84"/>
                  </a:lnTo>
                  <a:lnTo>
                    <a:pt x="154" y="92"/>
                  </a:lnTo>
                  <a:lnTo>
                    <a:pt x="154" y="94"/>
                  </a:lnTo>
                  <a:lnTo>
                    <a:pt x="154" y="94"/>
                  </a:lnTo>
                  <a:lnTo>
                    <a:pt x="154" y="480"/>
                  </a:lnTo>
                  <a:lnTo>
                    <a:pt x="154" y="482"/>
                  </a:lnTo>
                  <a:lnTo>
                    <a:pt x="154" y="482"/>
                  </a:lnTo>
                  <a:lnTo>
                    <a:pt x="152" y="490"/>
                  </a:lnTo>
                  <a:lnTo>
                    <a:pt x="146" y="498"/>
                  </a:lnTo>
                  <a:lnTo>
                    <a:pt x="138" y="502"/>
                  </a:lnTo>
                  <a:lnTo>
                    <a:pt x="128" y="504"/>
                  </a:lnTo>
                  <a:close/>
                  <a:moveTo>
                    <a:pt x="176" y="0"/>
                  </a:moveTo>
                  <a:lnTo>
                    <a:pt x="82" y="0"/>
                  </a:lnTo>
                  <a:lnTo>
                    <a:pt x="82" y="0"/>
                  </a:lnTo>
                  <a:lnTo>
                    <a:pt x="68" y="0"/>
                  </a:lnTo>
                  <a:lnTo>
                    <a:pt x="56" y="2"/>
                  </a:lnTo>
                  <a:lnTo>
                    <a:pt x="46" y="6"/>
                  </a:lnTo>
                  <a:lnTo>
                    <a:pt x="36" y="10"/>
                  </a:lnTo>
                  <a:lnTo>
                    <a:pt x="28" y="16"/>
                  </a:lnTo>
                  <a:lnTo>
                    <a:pt x="22" y="22"/>
                  </a:lnTo>
                  <a:lnTo>
                    <a:pt x="16" y="28"/>
                  </a:lnTo>
                  <a:lnTo>
                    <a:pt x="12" y="36"/>
                  </a:lnTo>
                  <a:lnTo>
                    <a:pt x="6" y="52"/>
                  </a:lnTo>
                  <a:lnTo>
                    <a:pt x="2" y="70"/>
                  </a:lnTo>
                  <a:lnTo>
                    <a:pt x="0" y="86"/>
                  </a:lnTo>
                  <a:lnTo>
                    <a:pt x="0" y="102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488"/>
                  </a:lnTo>
                  <a:lnTo>
                    <a:pt x="2" y="506"/>
                  </a:lnTo>
                  <a:lnTo>
                    <a:pt x="6" y="524"/>
                  </a:lnTo>
                  <a:lnTo>
                    <a:pt x="12" y="540"/>
                  </a:lnTo>
                  <a:lnTo>
                    <a:pt x="16" y="546"/>
                  </a:lnTo>
                  <a:lnTo>
                    <a:pt x="22" y="554"/>
                  </a:lnTo>
                  <a:lnTo>
                    <a:pt x="28" y="560"/>
                  </a:lnTo>
                  <a:lnTo>
                    <a:pt x="36" y="566"/>
                  </a:lnTo>
                  <a:lnTo>
                    <a:pt x="46" y="570"/>
                  </a:lnTo>
                  <a:lnTo>
                    <a:pt x="56" y="572"/>
                  </a:lnTo>
                  <a:lnTo>
                    <a:pt x="68" y="574"/>
                  </a:lnTo>
                  <a:lnTo>
                    <a:pt x="82" y="576"/>
                  </a:lnTo>
                  <a:lnTo>
                    <a:pt x="176" y="576"/>
                  </a:lnTo>
                  <a:lnTo>
                    <a:pt x="176" y="576"/>
                  </a:lnTo>
                  <a:lnTo>
                    <a:pt x="188" y="574"/>
                  </a:lnTo>
                  <a:lnTo>
                    <a:pt x="202" y="572"/>
                  </a:lnTo>
                  <a:lnTo>
                    <a:pt x="212" y="570"/>
                  </a:lnTo>
                  <a:lnTo>
                    <a:pt x="222" y="566"/>
                  </a:lnTo>
                  <a:lnTo>
                    <a:pt x="228" y="560"/>
                  </a:lnTo>
                  <a:lnTo>
                    <a:pt x="236" y="554"/>
                  </a:lnTo>
                  <a:lnTo>
                    <a:pt x="242" y="546"/>
                  </a:lnTo>
                  <a:lnTo>
                    <a:pt x="246" y="540"/>
                  </a:lnTo>
                  <a:lnTo>
                    <a:pt x="252" y="524"/>
                  </a:lnTo>
                  <a:lnTo>
                    <a:pt x="256" y="506"/>
                  </a:lnTo>
                  <a:lnTo>
                    <a:pt x="258" y="488"/>
                  </a:lnTo>
                  <a:lnTo>
                    <a:pt x="258" y="472"/>
                  </a:lnTo>
                  <a:lnTo>
                    <a:pt x="258" y="102"/>
                  </a:lnTo>
                  <a:lnTo>
                    <a:pt x="258" y="102"/>
                  </a:lnTo>
                  <a:lnTo>
                    <a:pt x="258" y="86"/>
                  </a:lnTo>
                  <a:lnTo>
                    <a:pt x="256" y="70"/>
                  </a:lnTo>
                  <a:lnTo>
                    <a:pt x="252" y="52"/>
                  </a:lnTo>
                  <a:lnTo>
                    <a:pt x="246" y="36"/>
                  </a:lnTo>
                  <a:lnTo>
                    <a:pt x="242" y="28"/>
                  </a:lnTo>
                  <a:lnTo>
                    <a:pt x="236" y="22"/>
                  </a:lnTo>
                  <a:lnTo>
                    <a:pt x="228" y="16"/>
                  </a:lnTo>
                  <a:lnTo>
                    <a:pt x="222" y="10"/>
                  </a:lnTo>
                  <a:lnTo>
                    <a:pt x="212" y="6"/>
                  </a:lnTo>
                  <a:lnTo>
                    <a:pt x="202" y="2"/>
                  </a:lnTo>
                  <a:lnTo>
                    <a:pt x="188" y="0"/>
                  </a:lnTo>
                  <a:lnTo>
                    <a:pt x="1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 userDrawn="1"/>
          </p:nvSpPr>
          <p:spPr bwMode="auto">
            <a:xfrm>
              <a:off x="1428" y="1657"/>
              <a:ext cx="214" cy="576"/>
            </a:xfrm>
            <a:custGeom>
              <a:avLst/>
              <a:gdLst>
                <a:gd name="T0" fmla="*/ 0 w 214"/>
                <a:gd name="T1" fmla="*/ 0 h 576"/>
                <a:gd name="T2" fmla="*/ 214 w 214"/>
                <a:gd name="T3" fmla="*/ 0 h 576"/>
                <a:gd name="T4" fmla="*/ 214 w 214"/>
                <a:gd name="T5" fmla="*/ 72 h 576"/>
                <a:gd name="T6" fmla="*/ 112 w 214"/>
                <a:gd name="T7" fmla="*/ 72 h 576"/>
                <a:gd name="T8" fmla="*/ 112 w 214"/>
                <a:gd name="T9" fmla="*/ 576 h 576"/>
                <a:gd name="T10" fmla="*/ 0 w 214"/>
                <a:gd name="T11" fmla="*/ 576 h 576"/>
                <a:gd name="T12" fmla="*/ 0 w 214"/>
                <a:gd name="T13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576">
                  <a:moveTo>
                    <a:pt x="0" y="0"/>
                  </a:moveTo>
                  <a:lnTo>
                    <a:pt x="214" y="0"/>
                  </a:lnTo>
                  <a:lnTo>
                    <a:pt x="214" y="72"/>
                  </a:lnTo>
                  <a:lnTo>
                    <a:pt x="112" y="72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3" name="Freeform 10"/>
            <p:cNvSpPr>
              <a:spLocks noEditPoints="1"/>
            </p:cNvSpPr>
            <p:nvPr userDrawn="1"/>
          </p:nvSpPr>
          <p:spPr bwMode="auto">
            <a:xfrm>
              <a:off x="1658" y="1657"/>
              <a:ext cx="292" cy="576"/>
            </a:xfrm>
            <a:custGeom>
              <a:avLst/>
              <a:gdLst>
                <a:gd name="T0" fmla="*/ 0 w 292"/>
                <a:gd name="T1" fmla="*/ 576 h 576"/>
                <a:gd name="T2" fmla="*/ 110 w 292"/>
                <a:gd name="T3" fmla="*/ 576 h 576"/>
                <a:gd name="T4" fmla="*/ 120 w 292"/>
                <a:gd name="T5" fmla="*/ 422 h 576"/>
                <a:gd name="T6" fmla="*/ 172 w 292"/>
                <a:gd name="T7" fmla="*/ 422 h 576"/>
                <a:gd name="T8" fmla="*/ 182 w 292"/>
                <a:gd name="T9" fmla="*/ 576 h 576"/>
                <a:gd name="T10" fmla="*/ 292 w 292"/>
                <a:gd name="T11" fmla="*/ 576 h 576"/>
                <a:gd name="T12" fmla="*/ 234 w 292"/>
                <a:gd name="T13" fmla="*/ 0 h 576"/>
                <a:gd name="T14" fmla="*/ 58 w 292"/>
                <a:gd name="T15" fmla="*/ 0 h 576"/>
                <a:gd name="T16" fmla="*/ 0 w 292"/>
                <a:gd name="T17" fmla="*/ 576 h 576"/>
                <a:gd name="T18" fmla="*/ 124 w 292"/>
                <a:gd name="T19" fmla="*/ 360 h 576"/>
                <a:gd name="T20" fmla="*/ 144 w 292"/>
                <a:gd name="T21" fmla="*/ 72 h 576"/>
                <a:gd name="T22" fmla="*/ 150 w 292"/>
                <a:gd name="T23" fmla="*/ 72 h 576"/>
                <a:gd name="T24" fmla="*/ 168 w 292"/>
                <a:gd name="T25" fmla="*/ 360 h 576"/>
                <a:gd name="T26" fmla="*/ 124 w 292"/>
                <a:gd name="T27" fmla="*/ 36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2" h="576">
                  <a:moveTo>
                    <a:pt x="0" y="576"/>
                  </a:moveTo>
                  <a:lnTo>
                    <a:pt x="110" y="576"/>
                  </a:lnTo>
                  <a:lnTo>
                    <a:pt x="120" y="422"/>
                  </a:lnTo>
                  <a:lnTo>
                    <a:pt x="172" y="422"/>
                  </a:lnTo>
                  <a:lnTo>
                    <a:pt x="182" y="576"/>
                  </a:lnTo>
                  <a:lnTo>
                    <a:pt x="292" y="576"/>
                  </a:lnTo>
                  <a:lnTo>
                    <a:pt x="234" y="0"/>
                  </a:lnTo>
                  <a:lnTo>
                    <a:pt x="58" y="0"/>
                  </a:lnTo>
                  <a:lnTo>
                    <a:pt x="0" y="576"/>
                  </a:lnTo>
                  <a:close/>
                  <a:moveTo>
                    <a:pt x="124" y="360"/>
                  </a:moveTo>
                  <a:lnTo>
                    <a:pt x="144" y="72"/>
                  </a:lnTo>
                  <a:lnTo>
                    <a:pt x="150" y="72"/>
                  </a:lnTo>
                  <a:lnTo>
                    <a:pt x="168" y="360"/>
                  </a:lnTo>
                  <a:lnTo>
                    <a:pt x="124" y="3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1998" y="1657"/>
              <a:ext cx="260" cy="576"/>
            </a:xfrm>
            <a:custGeom>
              <a:avLst/>
              <a:gdLst>
                <a:gd name="T0" fmla="*/ 112 w 260"/>
                <a:gd name="T1" fmla="*/ 482 h 576"/>
                <a:gd name="T2" fmla="*/ 114 w 260"/>
                <a:gd name="T3" fmla="*/ 492 h 576"/>
                <a:gd name="T4" fmla="*/ 124 w 260"/>
                <a:gd name="T5" fmla="*/ 500 h 576"/>
                <a:gd name="T6" fmla="*/ 130 w 260"/>
                <a:gd name="T7" fmla="*/ 502 h 576"/>
                <a:gd name="T8" fmla="*/ 142 w 260"/>
                <a:gd name="T9" fmla="*/ 496 h 576"/>
                <a:gd name="T10" fmla="*/ 148 w 260"/>
                <a:gd name="T11" fmla="*/ 482 h 576"/>
                <a:gd name="T12" fmla="*/ 148 w 260"/>
                <a:gd name="T13" fmla="*/ 348 h 576"/>
                <a:gd name="T14" fmla="*/ 144 w 260"/>
                <a:gd name="T15" fmla="*/ 328 h 576"/>
                <a:gd name="T16" fmla="*/ 136 w 260"/>
                <a:gd name="T17" fmla="*/ 318 h 576"/>
                <a:gd name="T18" fmla="*/ 116 w 260"/>
                <a:gd name="T19" fmla="*/ 312 h 576"/>
                <a:gd name="T20" fmla="*/ 58 w 260"/>
                <a:gd name="T21" fmla="*/ 310 h 576"/>
                <a:gd name="T22" fmla="*/ 104 w 260"/>
                <a:gd name="T23" fmla="*/ 248 h 576"/>
                <a:gd name="T24" fmla="*/ 124 w 260"/>
                <a:gd name="T25" fmla="*/ 246 h 576"/>
                <a:gd name="T26" fmla="*/ 138 w 260"/>
                <a:gd name="T27" fmla="*/ 240 h 576"/>
                <a:gd name="T28" fmla="*/ 146 w 260"/>
                <a:gd name="T29" fmla="*/ 226 h 576"/>
                <a:gd name="T30" fmla="*/ 148 w 260"/>
                <a:gd name="T31" fmla="*/ 204 h 576"/>
                <a:gd name="T32" fmla="*/ 148 w 260"/>
                <a:gd name="T33" fmla="*/ 90 h 576"/>
                <a:gd name="T34" fmla="*/ 142 w 260"/>
                <a:gd name="T35" fmla="*/ 78 h 576"/>
                <a:gd name="T36" fmla="*/ 130 w 260"/>
                <a:gd name="T37" fmla="*/ 72 h 576"/>
                <a:gd name="T38" fmla="*/ 124 w 260"/>
                <a:gd name="T39" fmla="*/ 72 h 576"/>
                <a:gd name="T40" fmla="*/ 114 w 260"/>
                <a:gd name="T41" fmla="*/ 82 h 576"/>
                <a:gd name="T42" fmla="*/ 112 w 260"/>
                <a:gd name="T43" fmla="*/ 184 h 576"/>
                <a:gd name="T44" fmla="*/ 0 w 260"/>
                <a:gd name="T45" fmla="*/ 102 h 576"/>
                <a:gd name="T46" fmla="*/ 0 w 260"/>
                <a:gd name="T47" fmla="*/ 86 h 576"/>
                <a:gd name="T48" fmla="*/ 6 w 260"/>
                <a:gd name="T49" fmla="*/ 52 h 576"/>
                <a:gd name="T50" fmla="*/ 18 w 260"/>
                <a:gd name="T51" fmla="*/ 28 h 576"/>
                <a:gd name="T52" fmla="*/ 30 w 260"/>
                <a:gd name="T53" fmla="*/ 16 h 576"/>
                <a:gd name="T54" fmla="*/ 46 w 260"/>
                <a:gd name="T55" fmla="*/ 6 h 576"/>
                <a:gd name="T56" fmla="*/ 70 w 260"/>
                <a:gd name="T57" fmla="*/ 0 h 576"/>
                <a:gd name="T58" fmla="*/ 176 w 260"/>
                <a:gd name="T59" fmla="*/ 0 h 576"/>
                <a:gd name="T60" fmla="*/ 190 w 260"/>
                <a:gd name="T61" fmla="*/ 0 h 576"/>
                <a:gd name="T62" fmla="*/ 214 w 260"/>
                <a:gd name="T63" fmla="*/ 6 h 576"/>
                <a:gd name="T64" fmla="*/ 230 w 260"/>
                <a:gd name="T65" fmla="*/ 16 h 576"/>
                <a:gd name="T66" fmla="*/ 242 w 260"/>
                <a:gd name="T67" fmla="*/ 28 h 576"/>
                <a:gd name="T68" fmla="*/ 254 w 260"/>
                <a:gd name="T69" fmla="*/ 52 h 576"/>
                <a:gd name="T70" fmla="*/ 260 w 260"/>
                <a:gd name="T71" fmla="*/ 86 h 576"/>
                <a:gd name="T72" fmla="*/ 260 w 260"/>
                <a:gd name="T73" fmla="*/ 194 h 576"/>
                <a:gd name="T74" fmla="*/ 258 w 260"/>
                <a:gd name="T75" fmla="*/ 216 h 576"/>
                <a:gd name="T76" fmla="*/ 244 w 260"/>
                <a:gd name="T77" fmla="*/ 248 h 576"/>
                <a:gd name="T78" fmla="*/ 222 w 260"/>
                <a:gd name="T79" fmla="*/ 266 h 576"/>
                <a:gd name="T80" fmla="*/ 196 w 260"/>
                <a:gd name="T81" fmla="*/ 272 h 576"/>
                <a:gd name="T82" fmla="*/ 184 w 260"/>
                <a:gd name="T83" fmla="*/ 278 h 576"/>
                <a:gd name="T84" fmla="*/ 196 w 260"/>
                <a:gd name="T85" fmla="*/ 280 h 576"/>
                <a:gd name="T86" fmla="*/ 218 w 260"/>
                <a:gd name="T87" fmla="*/ 284 h 576"/>
                <a:gd name="T88" fmla="*/ 234 w 260"/>
                <a:gd name="T89" fmla="*/ 292 h 576"/>
                <a:gd name="T90" fmla="*/ 250 w 260"/>
                <a:gd name="T91" fmla="*/ 310 h 576"/>
                <a:gd name="T92" fmla="*/ 258 w 260"/>
                <a:gd name="T93" fmla="*/ 336 h 576"/>
                <a:gd name="T94" fmla="*/ 260 w 260"/>
                <a:gd name="T95" fmla="*/ 472 h 576"/>
                <a:gd name="T96" fmla="*/ 260 w 260"/>
                <a:gd name="T97" fmla="*/ 488 h 576"/>
                <a:gd name="T98" fmla="*/ 254 w 260"/>
                <a:gd name="T99" fmla="*/ 522 h 576"/>
                <a:gd name="T100" fmla="*/ 242 w 260"/>
                <a:gd name="T101" fmla="*/ 546 h 576"/>
                <a:gd name="T102" fmla="*/ 230 w 260"/>
                <a:gd name="T103" fmla="*/ 560 h 576"/>
                <a:gd name="T104" fmla="*/ 214 w 260"/>
                <a:gd name="T105" fmla="*/ 570 h 576"/>
                <a:gd name="T106" fmla="*/ 190 w 260"/>
                <a:gd name="T107" fmla="*/ 574 h 576"/>
                <a:gd name="T108" fmla="*/ 84 w 260"/>
                <a:gd name="T109" fmla="*/ 576 h 576"/>
                <a:gd name="T110" fmla="*/ 70 w 260"/>
                <a:gd name="T111" fmla="*/ 574 h 576"/>
                <a:gd name="T112" fmla="*/ 46 w 260"/>
                <a:gd name="T113" fmla="*/ 570 h 576"/>
                <a:gd name="T114" fmla="*/ 30 w 260"/>
                <a:gd name="T115" fmla="*/ 560 h 576"/>
                <a:gd name="T116" fmla="*/ 18 w 260"/>
                <a:gd name="T117" fmla="*/ 546 h 576"/>
                <a:gd name="T118" fmla="*/ 6 w 260"/>
                <a:gd name="T119" fmla="*/ 522 h 576"/>
                <a:gd name="T120" fmla="*/ 0 w 260"/>
                <a:gd name="T121" fmla="*/ 488 h 576"/>
                <a:gd name="T122" fmla="*/ 0 w 260"/>
                <a:gd name="T123" fmla="*/ 37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0" h="576">
                  <a:moveTo>
                    <a:pt x="112" y="374"/>
                  </a:moveTo>
                  <a:lnTo>
                    <a:pt x="112" y="482"/>
                  </a:lnTo>
                  <a:lnTo>
                    <a:pt x="112" y="482"/>
                  </a:lnTo>
                  <a:lnTo>
                    <a:pt x="114" y="492"/>
                  </a:lnTo>
                  <a:lnTo>
                    <a:pt x="118" y="498"/>
                  </a:lnTo>
                  <a:lnTo>
                    <a:pt x="124" y="500"/>
                  </a:lnTo>
                  <a:lnTo>
                    <a:pt x="130" y="502"/>
                  </a:lnTo>
                  <a:lnTo>
                    <a:pt x="130" y="502"/>
                  </a:lnTo>
                  <a:lnTo>
                    <a:pt x="138" y="500"/>
                  </a:lnTo>
                  <a:lnTo>
                    <a:pt x="142" y="496"/>
                  </a:lnTo>
                  <a:lnTo>
                    <a:pt x="146" y="490"/>
                  </a:lnTo>
                  <a:lnTo>
                    <a:pt x="148" y="482"/>
                  </a:lnTo>
                  <a:lnTo>
                    <a:pt x="148" y="348"/>
                  </a:lnTo>
                  <a:lnTo>
                    <a:pt x="148" y="348"/>
                  </a:lnTo>
                  <a:lnTo>
                    <a:pt x="146" y="336"/>
                  </a:lnTo>
                  <a:lnTo>
                    <a:pt x="144" y="328"/>
                  </a:lnTo>
                  <a:lnTo>
                    <a:pt x="140" y="322"/>
                  </a:lnTo>
                  <a:lnTo>
                    <a:pt x="136" y="318"/>
                  </a:lnTo>
                  <a:lnTo>
                    <a:pt x="128" y="314"/>
                  </a:lnTo>
                  <a:lnTo>
                    <a:pt x="116" y="312"/>
                  </a:lnTo>
                  <a:lnTo>
                    <a:pt x="102" y="310"/>
                  </a:lnTo>
                  <a:lnTo>
                    <a:pt x="58" y="310"/>
                  </a:lnTo>
                  <a:lnTo>
                    <a:pt x="58" y="24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124" y="246"/>
                  </a:lnTo>
                  <a:lnTo>
                    <a:pt x="132" y="244"/>
                  </a:lnTo>
                  <a:lnTo>
                    <a:pt x="138" y="240"/>
                  </a:lnTo>
                  <a:lnTo>
                    <a:pt x="142" y="234"/>
                  </a:lnTo>
                  <a:lnTo>
                    <a:pt x="146" y="226"/>
                  </a:lnTo>
                  <a:lnTo>
                    <a:pt x="146" y="216"/>
                  </a:lnTo>
                  <a:lnTo>
                    <a:pt x="148" y="204"/>
                  </a:lnTo>
                  <a:lnTo>
                    <a:pt x="148" y="90"/>
                  </a:lnTo>
                  <a:lnTo>
                    <a:pt x="148" y="90"/>
                  </a:lnTo>
                  <a:lnTo>
                    <a:pt x="146" y="84"/>
                  </a:lnTo>
                  <a:lnTo>
                    <a:pt x="142" y="78"/>
                  </a:lnTo>
                  <a:lnTo>
                    <a:pt x="138" y="74"/>
                  </a:lnTo>
                  <a:lnTo>
                    <a:pt x="130" y="72"/>
                  </a:lnTo>
                  <a:lnTo>
                    <a:pt x="130" y="72"/>
                  </a:lnTo>
                  <a:lnTo>
                    <a:pt x="124" y="72"/>
                  </a:lnTo>
                  <a:lnTo>
                    <a:pt x="118" y="76"/>
                  </a:lnTo>
                  <a:lnTo>
                    <a:pt x="114" y="82"/>
                  </a:lnTo>
                  <a:lnTo>
                    <a:pt x="112" y="90"/>
                  </a:lnTo>
                  <a:lnTo>
                    <a:pt x="112" y="184"/>
                  </a:lnTo>
                  <a:lnTo>
                    <a:pt x="0" y="184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86"/>
                  </a:lnTo>
                  <a:lnTo>
                    <a:pt x="2" y="70"/>
                  </a:lnTo>
                  <a:lnTo>
                    <a:pt x="6" y="52"/>
                  </a:lnTo>
                  <a:lnTo>
                    <a:pt x="12" y="36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30" y="16"/>
                  </a:lnTo>
                  <a:lnTo>
                    <a:pt x="38" y="10"/>
                  </a:lnTo>
                  <a:lnTo>
                    <a:pt x="46" y="6"/>
                  </a:lnTo>
                  <a:lnTo>
                    <a:pt x="58" y="2"/>
                  </a:lnTo>
                  <a:lnTo>
                    <a:pt x="70" y="0"/>
                  </a:lnTo>
                  <a:lnTo>
                    <a:pt x="84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90" y="0"/>
                  </a:lnTo>
                  <a:lnTo>
                    <a:pt x="202" y="2"/>
                  </a:lnTo>
                  <a:lnTo>
                    <a:pt x="214" y="6"/>
                  </a:lnTo>
                  <a:lnTo>
                    <a:pt x="222" y="10"/>
                  </a:lnTo>
                  <a:lnTo>
                    <a:pt x="230" y="16"/>
                  </a:lnTo>
                  <a:lnTo>
                    <a:pt x="238" y="22"/>
                  </a:lnTo>
                  <a:lnTo>
                    <a:pt x="242" y="28"/>
                  </a:lnTo>
                  <a:lnTo>
                    <a:pt x="248" y="36"/>
                  </a:lnTo>
                  <a:lnTo>
                    <a:pt x="254" y="52"/>
                  </a:lnTo>
                  <a:lnTo>
                    <a:pt x="258" y="70"/>
                  </a:lnTo>
                  <a:lnTo>
                    <a:pt x="260" y="86"/>
                  </a:lnTo>
                  <a:lnTo>
                    <a:pt x="260" y="102"/>
                  </a:lnTo>
                  <a:lnTo>
                    <a:pt x="260" y="194"/>
                  </a:lnTo>
                  <a:lnTo>
                    <a:pt x="260" y="194"/>
                  </a:lnTo>
                  <a:lnTo>
                    <a:pt x="258" y="216"/>
                  </a:lnTo>
                  <a:lnTo>
                    <a:pt x="252" y="234"/>
                  </a:lnTo>
                  <a:lnTo>
                    <a:pt x="244" y="248"/>
                  </a:lnTo>
                  <a:lnTo>
                    <a:pt x="234" y="258"/>
                  </a:lnTo>
                  <a:lnTo>
                    <a:pt x="222" y="266"/>
                  </a:lnTo>
                  <a:lnTo>
                    <a:pt x="210" y="270"/>
                  </a:lnTo>
                  <a:lnTo>
                    <a:pt x="196" y="272"/>
                  </a:lnTo>
                  <a:lnTo>
                    <a:pt x="184" y="272"/>
                  </a:lnTo>
                  <a:lnTo>
                    <a:pt x="184" y="278"/>
                  </a:lnTo>
                  <a:lnTo>
                    <a:pt x="184" y="278"/>
                  </a:lnTo>
                  <a:lnTo>
                    <a:pt x="196" y="280"/>
                  </a:lnTo>
                  <a:lnTo>
                    <a:pt x="208" y="280"/>
                  </a:lnTo>
                  <a:lnTo>
                    <a:pt x="218" y="284"/>
                  </a:lnTo>
                  <a:lnTo>
                    <a:pt x="228" y="288"/>
                  </a:lnTo>
                  <a:lnTo>
                    <a:pt x="234" y="292"/>
                  </a:lnTo>
                  <a:lnTo>
                    <a:pt x="240" y="298"/>
                  </a:lnTo>
                  <a:lnTo>
                    <a:pt x="250" y="310"/>
                  </a:lnTo>
                  <a:lnTo>
                    <a:pt x="256" y="322"/>
                  </a:lnTo>
                  <a:lnTo>
                    <a:pt x="258" y="336"/>
                  </a:lnTo>
                  <a:lnTo>
                    <a:pt x="260" y="358"/>
                  </a:lnTo>
                  <a:lnTo>
                    <a:pt x="260" y="472"/>
                  </a:lnTo>
                  <a:lnTo>
                    <a:pt x="260" y="472"/>
                  </a:lnTo>
                  <a:lnTo>
                    <a:pt x="260" y="488"/>
                  </a:lnTo>
                  <a:lnTo>
                    <a:pt x="258" y="506"/>
                  </a:lnTo>
                  <a:lnTo>
                    <a:pt x="254" y="522"/>
                  </a:lnTo>
                  <a:lnTo>
                    <a:pt x="248" y="540"/>
                  </a:lnTo>
                  <a:lnTo>
                    <a:pt x="242" y="546"/>
                  </a:lnTo>
                  <a:lnTo>
                    <a:pt x="238" y="554"/>
                  </a:lnTo>
                  <a:lnTo>
                    <a:pt x="230" y="560"/>
                  </a:lnTo>
                  <a:lnTo>
                    <a:pt x="222" y="566"/>
                  </a:lnTo>
                  <a:lnTo>
                    <a:pt x="214" y="570"/>
                  </a:lnTo>
                  <a:lnTo>
                    <a:pt x="202" y="572"/>
                  </a:lnTo>
                  <a:lnTo>
                    <a:pt x="190" y="574"/>
                  </a:lnTo>
                  <a:lnTo>
                    <a:pt x="176" y="576"/>
                  </a:lnTo>
                  <a:lnTo>
                    <a:pt x="84" y="576"/>
                  </a:lnTo>
                  <a:lnTo>
                    <a:pt x="84" y="576"/>
                  </a:lnTo>
                  <a:lnTo>
                    <a:pt x="70" y="574"/>
                  </a:lnTo>
                  <a:lnTo>
                    <a:pt x="58" y="572"/>
                  </a:lnTo>
                  <a:lnTo>
                    <a:pt x="46" y="570"/>
                  </a:lnTo>
                  <a:lnTo>
                    <a:pt x="38" y="566"/>
                  </a:lnTo>
                  <a:lnTo>
                    <a:pt x="30" y="560"/>
                  </a:lnTo>
                  <a:lnTo>
                    <a:pt x="22" y="554"/>
                  </a:lnTo>
                  <a:lnTo>
                    <a:pt x="18" y="546"/>
                  </a:lnTo>
                  <a:lnTo>
                    <a:pt x="12" y="540"/>
                  </a:lnTo>
                  <a:lnTo>
                    <a:pt x="6" y="522"/>
                  </a:lnTo>
                  <a:lnTo>
                    <a:pt x="2" y="506"/>
                  </a:lnTo>
                  <a:lnTo>
                    <a:pt x="0" y="488"/>
                  </a:lnTo>
                  <a:lnTo>
                    <a:pt x="0" y="472"/>
                  </a:lnTo>
                  <a:lnTo>
                    <a:pt x="0" y="374"/>
                  </a:lnTo>
                  <a:lnTo>
                    <a:pt x="112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2332" y="1657"/>
              <a:ext cx="258" cy="576"/>
            </a:xfrm>
            <a:custGeom>
              <a:avLst/>
              <a:gdLst>
                <a:gd name="T0" fmla="*/ 0 w 258"/>
                <a:gd name="T1" fmla="*/ 0 h 576"/>
                <a:gd name="T2" fmla="*/ 258 w 258"/>
                <a:gd name="T3" fmla="*/ 0 h 576"/>
                <a:gd name="T4" fmla="*/ 258 w 258"/>
                <a:gd name="T5" fmla="*/ 576 h 576"/>
                <a:gd name="T6" fmla="*/ 154 w 258"/>
                <a:gd name="T7" fmla="*/ 576 h 576"/>
                <a:gd name="T8" fmla="*/ 154 w 258"/>
                <a:gd name="T9" fmla="*/ 72 h 576"/>
                <a:gd name="T10" fmla="*/ 104 w 258"/>
                <a:gd name="T11" fmla="*/ 72 h 576"/>
                <a:gd name="T12" fmla="*/ 104 w 258"/>
                <a:gd name="T13" fmla="*/ 576 h 576"/>
                <a:gd name="T14" fmla="*/ 0 w 258"/>
                <a:gd name="T15" fmla="*/ 576 h 576"/>
                <a:gd name="T16" fmla="*/ 0 w 258"/>
                <a:gd name="T17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8" h="576">
                  <a:moveTo>
                    <a:pt x="0" y="0"/>
                  </a:moveTo>
                  <a:lnTo>
                    <a:pt x="258" y="0"/>
                  </a:lnTo>
                  <a:lnTo>
                    <a:pt x="258" y="576"/>
                  </a:lnTo>
                  <a:lnTo>
                    <a:pt x="154" y="576"/>
                  </a:lnTo>
                  <a:lnTo>
                    <a:pt x="154" y="72"/>
                  </a:lnTo>
                  <a:lnTo>
                    <a:pt x="104" y="72"/>
                  </a:lnTo>
                  <a:lnTo>
                    <a:pt x="104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6" name="Freeform 13"/>
            <p:cNvSpPr>
              <a:spLocks noEditPoints="1"/>
            </p:cNvSpPr>
            <p:nvPr userDrawn="1"/>
          </p:nvSpPr>
          <p:spPr bwMode="auto">
            <a:xfrm>
              <a:off x="2670" y="1657"/>
              <a:ext cx="268" cy="576"/>
            </a:xfrm>
            <a:custGeom>
              <a:avLst/>
              <a:gdLst>
                <a:gd name="T0" fmla="*/ 0 w 268"/>
                <a:gd name="T1" fmla="*/ 576 h 576"/>
                <a:gd name="T2" fmla="*/ 112 w 268"/>
                <a:gd name="T3" fmla="*/ 576 h 576"/>
                <a:gd name="T4" fmla="*/ 112 w 268"/>
                <a:gd name="T5" fmla="*/ 380 h 576"/>
                <a:gd name="T6" fmla="*/ 176 w 268"/>
                <a:gd name="T7" fmla="*/ 380 h 576"/>
                <a:gd name="T8" fmla="*/ 176 w 268"/>
                <a:gd name="T9" fmla="*/ 380 h 576"/>
                <a:gd name="T10" fmla="*/ 190 w 268"/>
                <a:gd name="T11" fmla="*/ 380 h 576"/>
                <a:gd name="T12" fmla="*/ 202 w 268"/>
                <a:gd name="T13" fmla="*/ 378 h 576"/>
                <a:gd name="T14" fmla="*/ 214 w 268"/>
                <a:gd name="T15" fmla="*/ 374 h 576"/>
                <a:gd name="T16" fmla="*/ 224 w 268"/>
                <a:gd name="T17" fmla="*/ 370 h 576"/>
                <a:gd name="T18" fmla="*/ 232 w 268"/>
                <a:gd name="T19" fmla="*/ 364 h 576"/>
                <a:gd name="T20" fmla="*/ 240 w 268"/>
                <a:gd name="T21" fmla="*/ 358 h 576"/>
                <a:gd name="T22" fmla="*/ 252 w 268"/>
                <a:gd name="T23" fmla="*/ 344 h 576"/>
                <a:gd name="T24" fmla="*/ 260 w 268"/>
                <a:gd name="T25" fmla="*/ 328 h 576"/>
                <a:gd name="T26" fmla="*/ 264 w 268"/>
                <a:gd name="T27" fmla="*/ 310 h 576"/>
                <a:gd name="T28" fmla="*/ 266 w 268"/>
                <a:gd name="T29" fmla="*/ 294 h 576"/>
                <a:gd name="T30" fmla="*/ 268 w 268"/>
                <a:gd name="T31" fmla="*/ 278 h 576"/>
                <a:gd name="T32" fmla="*/ 268 w 268"/>
                <a:gd name="T33" fmla="*/ 102 h 576"/>
                <a:gd name="T34" fmla="*/ 268 w 268"/>
                <a:gd name="T35" fmla="*/ 102 h 576"/>
                <a:gd name="T36" fmla="*/ 266 w 268"/>
                <a:gd name="T37" fmla="*/ 86 h 576"/>
                <a:gd name="T38" fmla="*/ 264 w 268"/>
                <a:gd name="T39" fmla="*/ 70 h 576"/>
                <a:gd name="T40" fmla="*/ 260 w 268"/>
                <a:gd name="T41" fmla="*/ 52 h 576"/>
                <a:gd name="T42" fmla="*/ 252 w 268"/>
                <a:gd name="T43" fmla="*/ 36 h 576"/>
                <a:gd name="T44" fmla="*/ 240 w 268"/>
                <a:gd name="T45" fmla="*/ 22 h 576"/>
                <a:gd name="T46" fmla="*/ 232 w 268"/>
                <a:gd name="T47" fmla="*/ 16 h 576"/>
                <a:gd name="T48" fmla="*/ 224 w 268"/>
                <a:gd name="T49" fmla="*/ 10 h 576"/>
                <a:gd name="T50" fmla="*/ 214 w 268"/>
                <a:gd name="T51" fmla="*/ 6 h 576"/>
                <a:gd name="T52" fmla="*/ 202 w 268"/>
                <a:gd name="T53" fmla="*/ 2 h 576"/>
                <a:gd name="T54" fmla="*/ 190 w 268"/>
                <a:gd name="T55" fmla="*/ 0 h 576"/>
                <a:gd name="T56" fmla="*/ 176 w 268"/>
                <a:gd name="T57" fmla="*/ 0 h 576"/>
                <a:gd name="T58" fmla="*/ 0 w 268"/>
                <a:gd name="T59" fmla="*/ 0 h 576"/>
                <a:gd name="T60" fmla="*/ 0 w 268"/>
                <a:gd name="T61" fmla="*/ 576 h 576"/>
                <a:gd name="T62" fmla="*/ 112 w 268"/>
                <a:gd name="T63" fmla="*/ 316 h 576"/>
                <a:gd name="T64" fmla="*/ 112 w 268"/>
                <a:gd name="T65" fmla="*/ 72 h 576"/>
                <a:gd name="T66" fmla="*/ 142 w 268"/>
                <a:gd name="T67" fmla="*/ 72 h 576"/>
                <a:gd name="T68" fmla="*/ 142 w 268"/>
                <a:gd name="T69" fmla="*/ 72 h 576"/>
                <a:gd name="T70" fmla="*/ 150 w 268"/>
                <a:gd name="T71" fmla="*/ 74 h 576"/>
                <a:gd name="T72" fmla="*/ 156 w 268"/>
                <a:gd name="T73" fmla="*/ 80 h 576"/>
                <a:gd name="T74" fmla="*/ 162 w 268"/>
                <a:gd name="T75" fmla="*/ 88 h 576"/>
                <a:gd name="T76" fmla="*/ 162 w 268"/>
                <a:gd name="T77" fmla="*/ 100 h 576"/>
                <a:gd name="T78" fmla="*/ 162 w 268"/>
                <a:gd name="T79" fmla="*/ 288 h 576"/>
                <a:gd name="T80" fmla="*/ 162 w 268"/>
                <a:gd name="T81" fmla="*/ 288 h 576"/>
                <a:gd name="T82" fmla="*/ 162 w 268"/>
                <a:gd name="T83" fmla="*/ 300 h 576"/>
                <a:gd name="T84" fmla="*/ 156 w 268"/>
                <a:gd name="T85" fmla="*/ 310 h 576"/>
                <a:gd name="T86" fmla="*/ 150 w 268"/>
                <a:gd name="T87" fmla="*/ 314 h 576"/>
                <a:gd name="T88" fmla="*/ 142 w 268"/>
                <a:gd name="T89" fmla="*/ 316 h 576"/>
                <a:gd name="T90" fmla="*/ 112 w 268"/>
                <a:gd name="T91" fmla="*/ 31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8" h="576">
                  <a:moveTo>
                    <a:pt x="0" y="576"/>
                  </a:moveTo>
                  <a:lnTo>
                    <a:pt x="112" y="576"/>
                  </a:lnTo>
                  <a:lnTo>
                    <a:pt x="112" y="380"/>
                  </a:lnTo>
                  <a:lnTo>
                    <a:pt x="176" y="380"/>
                  </a:lnTo>
                  <a:lnTo>
                    <a:pt x="176" y="380"/>
                  </a:lnTo>
                  <a:lnTo>
                    <a:pt x="190" y="380"/>
                  </a:lnTo>
                  <a:lnTo>
                    <a:pt x="202" y="378"/>
                  </a:lnTo>
                  <a:lnTo>
                    <a:pt x="214" y="374"/>
                  </a:lnTo>
                  <a:lnTo>
                    <a:pt x="224" y="370"/>
                  </a:lnTo>
                  <a:lnTo>
                    <a:pt x="232" y="364"/>
                  </a:lnTo>
                  <a:lnTo>
                    <a:pt x="240" y="358"/>
                  </a:lnTo>
                  <a:lnTo>
                    <a:pt x="252" y="344"/>
                  </a:lnTo>
                  <a:lnTo>
                    <a:pt x="260" y="328"/>
                  </a:lnTo>
                  <a:lnTo>
                    <a:pt x="264" y="310"/>
                  </a:lnTo>
                  <a:lnTo>
                    <a:pt x="266" y="294"/>
                  </a:lnTo>
                  <a:lnTo>
                    <a:pt x="268" y="278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6" y="86"/>
                  </a:lnTo>
                  <a:lnTo>
                    <a:pt x="264" y="70"/>
                  </a:lnTo>
                  <a:lnTo>
                    <a:pt x="260" y="52"/>
                  </a:lnTo>
                  <a:lnTo>
                    <a:pt x="252" y="36"/>
                  </a:lnTo>
                  <a:lnTo>
                    <a:pt x="240" y="22"/>
                  </a:lnTo>
                  <a:lnTo>
                    <a:pt x="232" y="16"/>
                  </a:lnTo>
                  <a:lnTo>
                    <a:pt x="224" y="10"/>
                  </a:lnTo>
                  <a:lnTo>
                    <a:pt x="214" y="6"/>
                  </a:lnTo>
                  <a:lnTo>
                    <a:pt x="202" y="2"/>
                  </a:lnTo>
                  <a:lnTo>
                    <a:pt x="190" y="0"/>
                  </a:lnTo>
                  <a:lnTo>
                    <a:pt x="176" y="0"/>
                  </a:lnTo>
                  <a:lnTo>
                    <a:pt x="0" y="0"/>
                  </a:lnTo>
                  <a:lnTo>
                    <a:pt x="0" y="576"/>
                  </a:lnTo>
                  <a:close/>
                  <a:moveTo>
                    <a:pt x="112" y="316"/>
                  </a:moveTo>
                  <a:lnTo>
                    <a:pt x="112" y="72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50" y="74"/>
                  </a:lnTo>
                  <a:lnTo>
                    <a:pt x="156" y="80"/>
                  </a:lnTo>
                  <a:lnTo>
                    <a:pt x="162" y="88"/>
                  </a:lnTo>
                  <a:lnTo>
                    <a:pt x="162" y="100"/>
                  </a:lnTo>
                  <a:lnTo>
                    <a:pt x="162" y="288"/>
                  </a:lnTo>
                  <a:lnTo>
                    <a:pt x="162" y="288"/>
                  </a:lnTo>
                  <a:lnTo>
                    <a:pt x="162" y="300"/>
                  </a:lnTo>
                  <a:lnTo>
                    <a:pt x="156" y="310"/>
                  </a:lnTo>
                  <a:lnTo>
                    <a:pt x="150" y="314"/>
                  </a:lnTo>
                  <a:lnTo>
                    <a:pt x="142" y="316"/>
                  </a:lnTo>
                  <a:lnTo>
                    <a:pt x="112" y="3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3320" y="1657"/>
              <a:ext cx="436" cy="576"/>
            </a:xfrm>
            <a:custGeom>
              <a:avLst/>
              <a:gdLst>
                <a:gd name="T0" fmla="*/ 292 w 436"/>
                <a:gd name="T1" fmla="*/ 0 h 576"/>
                <a:gd name="T2" fmla="*/ 436 w 436"/>
                <a:gd name="T3" fmla="*/ 0 h 576"/>
                <a:gd name="T4" fmla="*/ 436 w 436"/>
                <a:gd name="T5" fmla="*/ 576 h 576"/>
                <a:gd name="T6" fmla="*/ 324 w 436"/>
                <a:gd name="T7" fmla="*/ 576 h 576"/>
                <a:gd name="T8" fmla="*/ 324 w 436"/>
                <a:gd name="T9" fmla="*/ 214 h 576"/>
                <a:gd name="T10" fmla="*/ 320 w 436"/>
                <a:gd name="T11" fmla="*/ 214 h 576"/>
                <a:gd name="T12" fmla="*/ 262 w 436"/>
                <a:gd name="T13" fmla="*/ 576 h 576"/>
                <a:gd name="T14" fmla="*/ 174 w 436"/>
                <a:gd name="T15" fmla="*/ 576 h 576"/>
                <a:gd name="T16" fmla="*/ 116 w 436"/>
                <a:gd name="T17" fmla="*/ 214 h 576"/>
                <a:gd name="T18" fmla="*/ 112 w 436"/>
                <a:gd name="T19" fmla="*/ 214 h 576"/>
                <a:gd name="T20" fmla="*/ 112 w 436"/>
                <a:gd name="T21" fmla="*/ 576 h 576"/>
                <a:gd name="T22" fmla="*/ 0 w 436"/>
                <a:gd name="T23" fmla="*/ 576 h 576"/>
                <a:gd name="T24" fmla="*/ 0 w 436"/>
                <a:gd name="T25" fmla="*/ 0 h 576"/>
                <a:gd name="T26" fmla="*/ 146 w 436"/>
                <a:gd name="T27" fmla="*/ 0 h 576"/>
                <a:gd name="T28" fmla="*/ 218 w 436"/>
                <a:gd name="T29" fmla="*/ 404 h 576"/>
                <a:gd name="T30" fmla="*/ 292 w 436"/>
                <a:gd name="T31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36" h="576">
                  <a:moveTo>
                    <a:pt x="292" y="0"/>
                  </a:moveTo>
                  <a:lnTo>
                    <a:pt x="436" y="0"/>
                  </a:lnTo>
                  <a:lnTo>
                    <a:pt x="436" y="576"/>
                  </a:lnTo>
                  <a:lnTo>
                    <a:pt x="324" y="576"/>
                  </a:lnTo>
                  <a:lnTo>
                    <a:pt x="324" y="214"/>
                  </a:lnTo>
                  <a:lnTo>
                    <a:pt x="320" y="214"/>
                  </a:lnTo>
                  <a:lnTo>
                    <a:pt x="262" y="576"/>
                  </a:lnTo>
                  <a:lnTo>
                    <a:pt x="174" y="576"/>
                  </a:lnTo>
                  <a:lnTo>
                    <a:pt x="116" y="214"/>
                  </a:lnTo>
                  <a:lnTo>
                    <a:pt x="112" y="214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218" y="404"/>
                  </a:lnTo>
                  <a:lnTo>
                    <a:pt x="29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8" name="Freeform 15"/>
            <p:cNvSpPr>
              <a:spLocks noEditPoints="1"/>
            </p:cNvSpPr>
            <p:nvPr userDrawn="1"/>
          </p:nvSpPr>
          <p:spPr bwMode="auto">
            <a:xfrm>
              <a:off x="900" y="1159"/>
              <a:ext cx="330" cy="1042"/>
            </a:xfrm>
            <a:custGeom>
              <a:avLst/>
              <a:gdLst>
                <a:gd name="T0" fmla="*/ 288 w 330"/>
                <a:gd name="T1" fmla="*/ 600 h 1042"/>
                <a:gd name="T2" fmla="*/ 272 w 330"/>
                <a:gd name="T3" fmla="*/ 714 h 1042"/>
                <a:gd name="T4" fmla="*/ 270 w 330"/>
                <a:gd name="T5" fmla="*/ 604 h 1042"/>
                <a:gd name="T6" fmla="*/ 254 w 330"/>
                <a:gd name="T7" fmla="*/ 490 h 1042"/>
                <a:gd name="T8" fmla="*/ 216 w 330"/>
                <a:gd name="T9" fmla="*/ 364 h 1042"/>
                <a:gd name="T10" fmla="*/ 176 w 330"/>
                <a:gd name="T11" fmla="*/ 272 h 1042"/>
                <a:gd name="T12" fmla="*/ 152 w 330"/>
                <a:gd name="T13" fmla="*/ 272 h 1042"/>
                <a:gd name="T14" fmla="*/ 92 w 330"/>
                <a:gd name="T15" fmla="*/ 422 h 1042"/>
                <a:gd name="T16" fmla="*/ 74 w 330"/>
                <a:gd name="T17" fmla="*/ 490 h 1042"/>
                <a:gd name="T18" fmla="*/ 56 w 330"/>
                <a:gd name="T19" fmla="*/ 624 h 1042"/>
                <a:gd name="T20" fmla="*/ 54 w 330"/>
                <a:gd name="T21" fmla="*/ 716 h 1042"/>
                <a:gd name="T22" fmla="*/ 40 w 330"/>
                <a:gd name="T23" fmla="*/ 568 h 1042"/>
                <a:gd name="T24" fmla="*/ 40 w 330"/>
                <a:gd name="T25" fmla="*/ 498 h 1042"/>
                <a:gd name="T26" fmla="*/ 52 w 330"/>
                <a:gd name="T27" fmla="*/ 382 h 1042"/>
                <a:gd name="T28" fmla="*/ 72 w 330"/>
                <a:gd name="T29" fmla="*/ 298 h 1042"/>
                <a:gd name="T30" fmla="*/ 128 w 330"/>
                <a:gd name="T31" fmla="*/ 148 h 1042"/>
                <a:gd name="T32" fmla="*/ 164 w 330"/>
                <a:gd name="T33" fmla="*/ 80 h 1042"/>
                <a:gd name="T34" fmla="*/ 216 w 330"/>
                <a:gd name="T35" fmla="*/ 186 h 1042"/>
                <a:gd name="T36" fmla="*/ 256 w 330"/>
                <a:gd name="T37" fmla="*/ 296 h 1042"/>
                <a:gd name="T38" fmla="*/ 274 w 330"/>
                <a:gd name="T39" fmla="*/ 372 h 1042"/>
                <a:gd name="T40" fmla="*/ 290 w 330"/>
                <a:gd name="T41" fmla="*/ 506 h 1042"/>
                <a:gd name="T42" fmla="*/ 164 w 330"/>
                <a:gd name="T43" fmla="*/ 1004 h 1042"/>
                <a:gd name="T44" fmla="*/ 134 w 330"/>
                <a:gd name="T45" fmla="*/ 932 h 1042"/>
                <a:gd name="T46" fmla="*/ 120 w 330"/>
                <a:gd name="T47" fmla="*/ 848 h 1042"/>
                <a:gd name="T48" fmla="*/ 118 w 330"/>
                <a:gd name="T49" fmla="*/ 780 h 1042"/>
                <a:gd name="T50" fmla="*/ 136 w 330"/>
                <a:gd name="T51" fmla="*/ 692 h 1042"/>
                <a:gd name="T52" fmla="*/ 164 w 330"/>
                <a:gd name="T53" fmla="*/ 626 h 1042"/>
                <a:gd name="T54" fmla="*/ 182 w 330"/>
                <a:gd name="T55" fmla="*/ 666 h 1042"/>
                <a:gd name="T56" fmla="*/ 202 w 330"/>
                <a:gd name="T57" fmla="*/ 740 h 1042"/>
                <a:gd name="T58" fmla="*/ 210 w 330"/>
                <a:gd name="T59" fmla="*/ 806 h 1042"/>
                <a:gd name="T60" fmla="*/ 202 w 330"/>
                <a:gd name="T61" fmla="*/ 900 h 1042"/>
                <a:gd name="T62" fmla="*/ 180 w 330"/>
                <a:gd name="T63" fmla="*/ 972 h 1042"/>
                <a:gd name="T64" fmla="*/ 300 w 330"/>
                <a:gd name="T65" fmla="*/ 296 h 1042"/>
                <a:gd name="T66" fmla="*/ 266 w 330"/>
                <a:gd name="T67" fmla="*/ 188 h 1042"/>
                <a:gd name="T68" fmla="*/ 204 w 330"/>
                <a:gd name="T69" fmla="*/ 62 h 1042"/>
                <a:gd name="T70" fmla="*/ 164 w 330"/>
                <a:gd name="T71" fmla="*/ 0 h 1042"/>
                <a:gd name="T72" fmla="*/ 88 w 330"/>
                <a:gd name="T73" fmla="*/ 132 h 1042"/>
                <a:gd name="T74" fmla="*/ 38 w 330"/>
                <a:gd name="T75" fmla="*/ 260 h 1042"/>
                <a:gd name="T76" fmla="*/ 14 w 330"/>
                <a:gd name="T77" fmla="*/ 358 h 1042"/>
                <a:gd name="T78" fmla="*/ 0 w 330"/>
                <a:gd name="T79" fmla="*/ 500 h 1042"/>
                <a:gd name="T80" fmla="*/ 6 w 330"/>
                <a:gd name="T81" fmla="*/ 634 h 1042"/>
                <a:gd name="T82" fmla="*/ 22 w 330"/>
                <a:gd name="T83" fmla="*/ 722 h 1042"/>
                <a:gd name="T84" fmla="*/ 62 w 330"/>
                <a:gd name="T85" fmla="*/ 854 h 1042"/>
                <a:gd name="T86" fmla="*/ 94 w 330"/>
                <a:gd name="T87" fmla="*/ 924 h 1042"/>
                <a:gd name="T88" fmla="*/ 164 w 330"/>
                <a:gd name="T89" fmla="*/ 1042 h 1042"/>
                <a:gd name="T90" fmla="*/ 202 w 330"/>
                <a:gd name="T91" fmla="*/ 986 h 1042"/>
                <a:gd name="T92" fmla="*/ 268 w 330"/>
                <a:gd name="T93" fmla="*/ 846 h 1042"/>
                <a:gd name="T94" fmla="*/ 306 w 330"/>
                <a:gd name="T95" fmla="*/ 722 h 1042"/>
                <a:gd name="T96" fmla="*/ 320 w 330"/>
                <a:gd name="T97" fmla="*/ 652 h 1042"/>
                <a:gd name="T98" fmla="*/ 330 w 330"/>
                <a:gd name="T99" fmla="*/ 532 h 1042"/>
                <a:gd name="T100" fmla="*/ 320 w 330"/>
                <a:gd name="T101" fmla="*/ 402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0" h="1042">
                  <a:moveTo>
                    <a:pt x="290" y="556"/>
                  </a:moveTo>
                  <a:lnTo>
                    <a:pt x="290" y="556"/>
                  </a:lnTo>
                  <a:lnTo>
                    <a:pt x="288" y="600"/>
                  </a:lnTo>
                  <a:lnTo>
                    <a:pt x="284" y="642"/>
                  </a:lnTo>
                  <a:lnTo>
                    <a:pt x="278" y="682"/>
                  </a:lnTo>
                  <a:lnTo>
                    <a:pt x="272" y="714"/>
                  </a:lnTo>
                  <a:lnTo>
                    <a:pt x="272" y="714"/>
                  </a:lnTo>
                  <a:lnTo>
                    <a:pt x="272" y="662"/>
                  </a:lnTo>
                  <a:lnTo>
                    <a:pt x="270" y="604"/>
                  </a:lnTo>
                  <a:lnTo>
                    <a:pt x="262" y="546"/>
                  </a:lnTo>
                  <a:lnTo>
                    <a:pt x="254" y="490"/>
                  </a:lnTo>
                  <a:lnTo>
                    <a:pt x="254" y="490"/>
                  </a:lnTo>
                  <a:lnTo>
                    <a:pt x="246" y="462"/>
                  </a:lnTo>
                  <a:lnTo>
                    <a:pt x="238" y="430"/>
                  </a:lnTo>
                  <a:lnTo>
                    <a:pt x="216" y="364"/>
                  </a:lnTo>
                  <a:lnTo>
                    <a:pt x="202" y="332"/>
                  </a:lnTo>
                  <a:lnTo>
                    <a:pt x="190" y="300"/>
                  </a:lnTo>
                  <a:lnTo>
                    <a:pt x="176" y="272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52" y="272"/>
                  </a:lnTo>
                  <a:lnTo>
                    <a:pt x="140" y="296"/>
                  </a:lnTo>
                  <a:lnTo>
                    <a:pt x="114" y="356"/>
                  </a:lnTo>
                  <a:lnTo>
                    <a:pt x="92" y="422"/>
                  </a:lnTo>
                  <a:lnTo>
                    <a:pt x="82" y="456"/>
                  </a:lnTo>
                  <a:lnTo>
                    <a:pt x="74" y="490"/>
                  </a:lnTo>
                  <a:lnTo>
                    <a:pt x="74" y="490"/>
                  </a:lnTo>
                  <a:lnTo>
                    <a:pt x="68" y="524"/>
                  </a:lnTo>
                  <a:lnTo>
                    <a:pt x="64" y="558"/>
                  </a:lnTo>
                  <a:lnTo>
                    <a:pt x="56" y="624"/>
                  </a:lnTo>
                  <a:lnTo>
                    <a:pt x="54" y="678"/>
                  </a:lnTo>
                  <a:lnTo>
                    <a:pt x="54" y="716"/>
                  </a:lnTo>
                  <a:lnTo>
                    <a:pt x="54" y="716"/>
                  </a:lnTo>
                  <a:lnTo>
                    <a:pt x="50" y="684"/>
                  </a:lnTo>
                  <a:lnTo>
                    <a:pt x="44" y="632"/>
                  </a:lnTo>
                  <a:lnTo>
                    <a:pt x="40" y="568"/>
                  </a:lnTo>
                  <a:lnTo>
                    <a:pt x="38" y="532"/>
                  </a:lnTo>
                  <a:lnTo>
                    <a:pt x="40" y="498"/>
                  </a:lnTo>
                  <a:lnTo>
                    <a:pt x="40" y="498"/>
                  </a:lnTo>
                  <a:lnTo>
                    <a:pt x="42" y="468"/>
                  </a:lnTo>
                  <a:lnTo>
                    <a:pt x="44" y="438"/>
                  </a:lnTo>
                  <a:lnTo>
                    <a:pt x="52" y="382"/>
                  </a:lnTo>
                  <a:lnTo>
                    <a:pt x="62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86" y="254"/>
                  </a:lnTo>
                  <a:lnTo>
                    <a:pt x="102" y="214"/>
                  </a:lnTo>
                  <a:lnTo>
                    <a:pt x="128" y="148"/>
                  </a:lnTo>
                  <a:lnTo>
                    <a:pt x="150" y="102"/>
                  </a:lnTo>
                  <a:lnTo>
                    <a:pt x="164" y="80"/>
                  </a:lnTo>
                  <a:lnTo>
                    <a:pt x="164" y="80"/>
                  </a:lnTo>
                  <a:lnTo>
                    <a:pt x="178" y="106"/>
                  </a:lnTo>
                  <a:lnTo>
                    <a:pt x="202" y="154"/>
                  </a:lnTo>
                  <a:lnTo>
                    <a:pt x="216" y="186"/>
                  </a:lnTo>
                  <a:lnTo>
                    <a:pt x="230" y="220"/>
                  </a:lnTo>
                  <a:lnTo>
                    <a:pt x="244" y="258"/>
                  </a:lnTo>
                  <a:lnTo>
                    <a:pt x="256" y="296"/>
                  </a:lnTo>
                  <a:lnTo>
                    <a:pt x="256" y="296"/>
                  </a:lnTo>
                  <a:lnTo>
                    <a:pt x="266" y="334"/>
                  </a:lnTo>
                  <a:lnTo>
                    <a:pt x="274" y="372"/>
                  </a:lnTo>
                  <a:lnTo>
                    <a:pt x="280" y="408"/>
                  </a:lnTo>
                  <a:lnTo>
                    <a:pt x="284" y="442"/>
                  </a:lnTo>
                  <a:lnTo>
                    <a:pt x="290" y="506"/>
                  </a:lnTo>
                  <a:lnTo>
                    <a:pt x="290" y="556"/>
                  </a:lnTo>
                  <a:close/>
                  <a:moveTo>
                    <a:pt x="164" y="1004"/>
                  </a:moveTo>
                  <a:lnTo>
                    <a:pt x="164" y="1004"/>
                  </a:lnTo>
                  <a:lnTo>
                    <a:pt x="150" y="974"/>
                  </a:lnTo>
                  <a:lnTo>
                    <a:pt x="142" y="954"/>
                  </a:lnTo>
                  <a:lnTo>
                    <a:pt x="134" y="932"/>
                  </a:lnTo>
                  <a:lnTo>
                    <a:pt x="128" y="908"/>
                  </a:lnTo>
                  <a:lnTo>
                    <a:pt x="122" y="880"/>
                  </a:lnTo>
                  <a:lnTo>
                    <a:pt x="120" y="848"/>
                  </a:lnTo>
                  <a:lnTo>
                    <a:pt x="116" y="814"/>
                  </a:lnTo>
                  <a:lnTo>
                    <a:pt x="116" y="814"/>
                  </a:lnTo>
                  <a:lnTo>
                    <a:pt x="118" y="780"/>
                  </a:lnTo>
                  <a:lnTo>
                    <a:pt x="122" y="748"/>
                  </a:lnTo>
                  <a:lnTo>
                    <a:pt x="128" y="718"/>
                  </a:lnTo>
                  <a:lnTo>
                    <a:pt x="136" y="692"/>
                  </a:lnTo>
                  <a:lnTo>
                    <a:pt x="144" y="670"/>
                  </a:lnTo>
                  <a:lnTo>
                    <a:pt x="152" y="650"/>
                  </a:lnTo>
                  <a:lnTo>
                    <a:pt x="164" y="626"/>
                  </a:lnTo>
                  <a:lnTo>
                    <a:pt x="164" y="626"/>
                  </a:lnTo>
                  <a:lnTo>
                    <a:pt x="176" y="648"/>
                  </a:lnTo>
                  <a:lnTo>
                    <a:pt x="182" y="666"/>
                  </a:lnTo>
                  <a:lnTo>
                    <a:pt x="190" y="688"/>
                  </a:lnTo>
                  <a:lnTo>
                    <a:pt x="196" y="712"/>
                  </a:lnTo>
                  <a:lnTo>
                    <a:pt x="202" y="740"/>
                  </a:lnTo>
                  <a:lnTo>
                    <a:pt x="208" y="772"/>
                  </a:lnTo>
                  <a:lnTo>
                    <a:pt x="210" y="806"/>
                  </a:lnTo>
                  <a:lnTo>
                    <a:pt x="210" y="806"/>
                  </a:lnTo>
                  <a:lnTo>
                    <a:pt x="210" y="840"/>
                  </a:lnTo>
                  <a:lnTo>
                    <a:pt x="206" y="870"/>
                  </a:lnTo>
                  <a:lnTo>
                    <a:pt x="202" y="900"/>
                  </a:lnTo>
                  <a:lnTo>
                    <a:pt x="194" y="926"/>
                  </a:lnTo>
                  <a:lnTo>
                    <a:pt x="188" y="950"/>
                  </a:lnTo>
                  <a:lnTo>
                    <a:pt x="180" y="972"/>
                  </a:lnTo>
                  <a:lnTo>
                    <a:pt x="164" y="1004"/>
                  </a:lnTo>
                  <a:close/>
                  <a:moveTo>
                    <a:pt x="300" y="296"/>
                  </a:moveTo>
                  <a:lnTo>
                    <a:pt x="300" y="296"/>
                  </a:lnTo>
                  <a:lnTo>
                    <a:pt x="292" y="268"/>
                  </a:lnTo>
                  <a:lnTo>
                    <a:pt x="284" y="242"/>
                  </a:lnTo>
                  <a:lnTo>
                    <a:pt x="266" y="188"/>
                  </a:lnTo>
                  <a:lnTo>
                    <a:pt x="244" y="140"/>
                  </a:lnTo>
                  <a:lnTo>
                    <a:pt x="224" y="98"/>
                  </a:lnTo>
                  <a:lnTo>
                    <a:pt x="204" y="62"/>
                  </a:lnTo>
                  <a:lnTo>
                    <a:pt x="186" y="32"/>
                  </a:lnTo>
                  <a:lnTo>
                    <a:pt x="164" y="0"/>
                  </a:lnTo>
                  <a:lnTo>
                    <a:pt x="164" y="0"/>
                  </a:lnTo>
                  <a:lnTo>
                    <a:pt x="142" y="34"/>
                  </a:lnTo>
                  <a:lnTo>
                    <a:pt x="108" y="94"/>
                  </a:lnTo>
                  <a:lnTo>
                    <a:pt x="88" y="132"/>
                  </a:lnTo>
                  <a:lnTo>
                    <a:pt x="70" y="172"/>
                  </a:lnTo>
                  <a:lnTo>
                    <a:pt x="54" y="214"/>
                  </a:lnTo>
                  <a:lnTo>
                    <a:pt x="38" y="260"/>
                  </a:lnTo>
                  <a:lnTo>
                    <a:pt x="38" y="260"/>
                  </a:lnTo>
                  <a:lnTo>
                    <a:pt x="24" y="310"/>
                  </a:lnTo>
                  <a:lnTo>
                    <a:pt x="14" y="358"/>
                  </a:lnTo>
                  <a:lnTo>
                    <a:pt x="8" y="406"/>
                  </a:lnTo>
                  <a:lnTo>
                    <a:pt x="2" y="454"/>
                  </a:lnTo>
                  <a:lnTo>
                    <a:pt x="0" y="500"/>
                  </a:lnTo>
                  <a:lnTo>
                    <a:pt x="0" y="546"/>
                  </a:lnTo>
                  <a:lnTo>
                    <a:pt x="2" y="590"/>
                  </a:lnTo>
                  <a:lnTo>
                    <a:pt x="6" y="634"/>
                  </a:lnTo>
                  <a:lnTo>
                    <a:pt x="6" y="634"/>
                  </a:lnTo>
                  <a:lnTo>
                    <a:pt x="14" y="680"/>
                  </a:lnTo>
                  <a:lnTo>
                    <a:pt x="22" y="722"/>
                  </a:lnTo>
                  <a:lnTo>
                    <a:pt x="32" y="762"/>
                  </a:lnTo>
                  <a:lnTo>
                    <a:pt x="44" y="800"/>
                  </a:lnTo>
                  <a:lnTo>
                    <a:pt x="62" y="854"/>
                  </a:lnTo>
                  <a:lnTo>
                    <a:pt x="70" y="876"/>
                  </a:lnTo>
                  <a:lnTo>
                    <a:pt x="70" y="876"/>
                  </a:lnTo>
                  <a:lnTo>
                    <a:pt x="94" y="924"/>
                  </a:lnTo>
                  <a:lnTo>
                    <a:pt x="118" y="970"/>
                  </a:lnTo>
                  <a:lnTo>
                    <a:pt x="142" y="1010"/>
                  </a:lnTo>
                  <a:lnTo>
                    <a:pt x="164" y="1042"/>
                  </a:lnTo>
                  <a:lnTo>
                    <a:pt x="164" y="1042"/>
                  </a:lnTo>
                  <a:lnTo>
                    <a:pt x="182" y="1018"/>
                  </a:lnTo>
                  <a:lnTo>
                    <a:pt x="202" y="986"/>
                  </a:lnTo>
                  <a:lnTo>
                    <a:pt x="224" y="946"/>
                  </a:lnTo>
                  <a:lnTo>
                    <a:pt x="246" y="900"/>
                  </a:lnTo>
                  <a:lnTo>
                    <a:pt x="268" y="846"/>
                  </a:lnTo>
                  <a:lnTo>
                    <a:pt x="288" y="786"/>
                  </a:lnTo>
                  <a:lnTo>
                    <a:pt x="298" y="754"/>
                  </a:lnTo>
                  <a:lnTo>
                    <a:pt x="306" y="722"/>
                  </a:lnTo>
                  <a:lnTo>
                    <a:pt x="314" y="686"/>
                  </a:lnTo>
                  <a:lnTo>
                    <a:pt x="320" y="652"/>
                  </a:lnTo>
                  <a:lnTo>
                    <a:pt x="320" y="652"/>
                  </a:lnTo>
                  <a:lnTo>
                    <a:pt x="324" y="612"/>
                  </a:lnTo>
                  <a:lnTo>
                    <a:pt x="328" y="572"/>
                  </a:lnTo>
                  <a:lnTo>
                    <a:pt x="330" y="532"/>
                  </a:lnTo>
                  <a:lnTo>
                    <a:pt x="328" y="492"/>
                  </a:lnTo>
                  <a:lnTo>
                    <a:pt x="326" y="448"/>
                  </a:lnTo>
                  <a:lnTo>
                    <a:pt x="320" y="402"/>
                  </a:lnTo>
                  <a:lnTo>
                    <a:pt x="312" y="352"/>
                  </a:lnTo>
                  <a:lnTo>
                    <a:pt x="300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264" y="1659"/>
              <a:ext cx="1008" cy="1150"/>
            </a:xfrm>
            <a:custGeom>
              <a:avLst/>
              <a:gdLst>
                <a:gd name="T0" fmla="*/ 584 w 1008"/>
                <a:gd name="T1" fmla="*/ 754 h 1150"/>
                <a:gd name="T2" fmla="*/ 610 w 1008"/>
                <a:gd name="T3" fmla="*/ 734 h 1150"/>
                <a:gd name="T4" fmla="*/ 654 w 1008"/>
                <a:gd name="T5" fmla="*/ 714 h 1150"/>
                <a:gd name="T6" fmla="*/ 700 w 1008"/>
                <a:gd name="T7" fmla="*/ 706 h 1150"/>
                <a:gd name="T8" fmla="*/ 746 w 1008"/>
                <a:gd name="T9" fmla="*/ 714 h 1150"/>
                <a:gd name="T10" fmla="*/ 790 w 1008"/>
                <a:gd name="T11" fmla="*/ 734 h 1150"/>
                <a:gd name="T12" fmla="*/ 816 w 1008"/>
                <a:gd name="T13" fmla="*/ 754 h 1150"/>
                <a:gd name="T14" fmla="*/ 844 w 1008"/>
                <a:gd name="T15" fmla="*/ 792 h 1150"/>
                <a:gd name="T16" fmla="*/ 860 w 1008"/>
                <a:gd name="T17" fmla="*/ 838 h 1150"/>
                <a:gd name="T18" fmla="*/ 862 w 1008"/>
                <a:gd name="T19" fmla="*/ 884 h 1150"/>
                <a:gd name="T20" fmla="*/ 852 w 1008"/>
                <a:gd name="T21" fmla="*/ 928 h 1150"/>
                <a:gd name="T22" fmla="*/ 826 w 1008"/>
                <a:gd name="T23" fmla="*/ 970 h 1150"/>
                <a:gd name="T24" fmla="*/ 814 w 1008"/>
                <a:gd name="T25" fmla="*/ 984 h 1150"/>
                <a:gd name="T26" fmla="*/ 762 w 1008"/>
                <a:gd name="T27" fmla="*/ 1024 h 1150"/>
                <a:gd name="T28" fmla="*/ 676 w 1008"/>
                <a:gd name="T29" fmla="*/ 1064 h 1150"/>
                <a:gd name="T30" fmla="*/ 584 w 1008"/>
                <a:gd name="T31" fmla="*/ 1078 h 1150"/>
                <a:gd name="T32" fmla="*/ 520 w 1008"/>
                <a:gd name="T33" fmla="*/ 1072 h 1150"/>
                <a:gd name="T34" fmla="*/ 432 w 1008"/>
                <a:gd name="T35" fmla="*/ 1040 h 1150"/>
                <a:gd name="T36" fmla="*/ 352 w 1008"/>
                <a:gd name="T37" fmla="*/ 984 h 1150"/>
                <a:gd name="T38" fmla="*/ 314 w 1008"/>
                <a:gd name="T39" fmla="*/ 940 h 1150"/>
                <a:gd name="T40" fmla="*/ 276 w 1008"/>
                <a:gd name="T41" fmla="*/ 864 h 1150"/>
                <a:gd name="T42" fmla="*/ 258 w 1008"/>
                <a:gd name="T43" fmla="*/ 784 h 1150"/>
                <a:gd name="T44" fmla="*/ 260 w 1008"/>
                <a:gd name="T45" fmla="*/ 702 h 1150"/>
                <a:gd name="T46" fmla="*/ 284 w 1008"/>
                <a:gd name="T47" fmla="*/ 624 h 1150"/>
                <a:gd name="T48" fmla="*/ 312 w 1008"/>
                <a:gd name="T49" fmla="*/ 576 h 1150"/>
                <a:gd name="T50" fmla="*/ 352 w 1008"/>
                <a:gd name="T51" fmla="*/ 528 h 1150"/>
                <a:gd name="T52" fmla="*/ 432 w 1008"/>
                <a:gd name="T53" fmla="*/ 470 h 1150"/>
                <a:gd name="T54" fmla="*/ 520 w 1008"/>
                <a:gd name="T55" fmla="*/ 438 h 1150"/>
                <a:gd name="T56" fmla="*/ 584 w 1008"/>
                <a:gd name="T57" fmla="*/ 0 h 1150"/>
                <a:gd name="T58" fmla="*/ 524 w 1008"/>
                <a:gd name="T59" fmla="*/ 4 h 1150"/>
                <a:gd name="T60" fmla="*/ 438 w 1008"/>
                <a:gd name="T61" fmla="*/ 20 h 1150"/>
                <a:gd name="T62" fmla="*/ 356 w 1008"/>
                <a:gd name="T63" fmla="*/ 46 h 1150"/>
                <a:gd name="T64" fmla="*/ 282 w 1008"/>
                <a:gd name="T65" fmla="*/ 84 h 1150"/>
                <a:gd name="T66" fmla="*/ 212 w 1008"/>
                <a:gd name="T67" fmla="*/ 132 h 1150"/>
                <a:gd name="T68" fmla="*/ 152 w 1008"/>
                <a:gd name="T69" fmla="*/ 190 h 1150"/>
                <a:gd name="T70" fmla="*/ 100 w 1008"/>
                <a:gd name="T71" fmla="*/ 254 h 1150"/>
                <a:gd name="T72" fmla="*/ 58 w 1008"/>
                <a:gd name="T73" fmla="*/ 326 h 1150"/>
                <a:gd name="T74" fmla="*/ 26 w 1008"/>
                <a:gd name="T75" fmla="*/ 404 h 1150"/>
                <a:gd name="T76" fmla="*/ 6 w 1008"/>
                <a:gd name="T77" fmla="*/ 488 h 1150"/>
                <a:gd name="T78" fmla="*/ 0 w 1008"/>
                <a:gd name="T79" fmla="*/ 576 h 1150"/>
                <a:gd name="T80" fmla="*/ 4 w 1008"/>
                <a:gd name="T81" fmla="*/ 634 h 1150"/>
                <a:gd name="T82" fmla="*/ 18 w 1008"/>
                <a:gd name="T83" fmla="*/ 718 h 1150"/>
                <a:gd name="T84" fmla="*/ 46 w 1008"/>
                <a:gd name="T85" fmla="*/ 798 h 1150"/>
                <a:gd name="T86" fmla="*/ 84 w 1008"/>
                <a:gd name="T87" fmla="*/ 872 h 1150"/>
                <a:gd name="T88" fmla="*/ 134 w 1008"/>
                <a:gd name="T89" fmla="*/ 940 h 1150"/>
                <a:gd name="T90" fmla="*/ 192 w 1008"/>
                <a:gd name="T91" fmla="*/ 1000 h 1150"/>
                <a:gd name="T92" fmla="*/ 258 w 1008"/>
                <a:gd name="T93" fmla="*/ 1052 h 1150"/>
                <a:gd name="T94" fmla="*/ 330 w 1008"/>
                <a:gd name="T95" fmla="*/ 1092 h 1150"/>
                <a:gd name="T96" fmla="*/ 410 w 1008"/>
                <a:gd name="T97" fmla="*/ 1124 h 1150"/>
                <a:gd name="T98" fmla="*/ 494 w 1008"/>
                <a:gd name="T99" fmla="*/ 1142 h 1150"/>
                <a:gd name="T100" fmla="*/ 584 w 1008"/>
                <a:gd name="T101" fmla="*/ 1150 h 1150"/>
                <a:gd name="T102" fmla="*/ 646 w 1008"/>
                <a:gd name="T103" fmla="*/ 1146 h 1150"/>
                <a:gd name="T104" fmla="*/ 734 w 1008"/>
                <a:gd name="T105" fmla="*/ 1130 h 1150"/>
                <a:gd name="T106" fmla="*/ 818 w 1008"/>
                <a:gd name="T107" fmla="*/ 1100 h 1150"/>
                <a:gd name="T108" fmla="*/ 896 w 1008"/>
                <a:gd name="T109" fmla="*/ 1060 h 1150"/>
                <a:gd name="T110" fmla="*/ 966 w 1008"/>
                <a:gd name="T111" fmla="*/ 1008 h 1150"/>
                <a:gd name="T112" fmla="*/ 1008 w 1008"/>
                <a:gd name="T113" fmla="*/ 574 h 1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8" h="1150">
                  <a:moveTo>
                    <a:pt x="584" y="574"/>
                  </a:moveTo>
                  <a:lnTo>
                    <a:pt x="584" y="754"/>
                  </a:lnTo>
                  <a:lnTo>
                    <a:pt x="584" y="754"/>
                  </a:lnTo>
                  <a:lnTo>
                    <a:pt x="584" y="754"/>
                  </a:lnTo>
                  <a:lnTo>
                    <a:pt x="596" y="742"/>
                  </a:lnTo>
                  <a:lnTo>
                    <a:pt x="610" y="734"/>
                  </a:lnTo>
                  <a:lnTo>
                    <a:pt x="624" y="726"/>
                  </a:lnTo>
                  <a:lnTo>
                    <a:pt x="638" y="718"/>
                  </a:lnTo>
                  <a:lnTo>
                    <a:pt x="654" y="714"/>
                  </a:lnTo>
                  <a:lnTo>
                    <a:pt x="668" y="710"/>
                  </a:lnTo>
                  <a:lnTo>
                    <a:pt x="684" y="708"/>
                  </a:lnTo>
                  <a:lnTo>
                    <a:pt x="700" y="706"/>
                  </a:lnTo>
                  <a:lnTo>
                    <a:pt x="716" y="708"/>
                  </a:lnTo>
                  <a:lnTo>
                    <a:pt x="732" y="710"/>
                  </a:lnTo>
                  <a:lnTo>
                    <a:pt x="746" y="714"/>
                  </a:lnTo>
                  <a:lnTo>
                    <a:pt x="762" y="718"/>
                  </a:lnTo>
                  <a:lnTo>
                    <a:pt x="776" y="726"/>
                  </a:lnTo>
                  <a:lnTo>
                    <a:pt x="790" y="734"/>
                  </a:lnTo>
                  <a:lnTo>
                    <a:pt x="804" y="742"/>
                  </a:lnTo>
                  <a:lnTo>
                    <a:pt x="816" y="754"/>
                  </a:lnTo>
                  <a:lnTo>
                    <a:pt x="816" y="754"/>
                  </a:lnTo>
                  <a:lnTo>
                    <a:pt x="826" y="766"/>
                  </a:lnTo>
                  <a:lnTo>
                    <a:pt x="836" y="780"/>
                  </a:lnTo>
                  <a:lnTo>
                    <a:pt x="844" y="792"/>
                  </a:lnTo>
                  <a:lnTo>
                    <a:pt x="852" y="808"/>
                  </a:lnTo>
                  <a:lnTo>
                    <a:pt x="856" y="822"/>
                  </a:lnTo>
                  <a:lnTo>
                    <a:pt x="860" y="838"/>
                  </a:lnTo>
                  <a:lnTo>
                    <a:pt x="862" y="852"/>
                  </a:lnTo>
                  <a:lnTo>
                    <a:pt x="864" y="868"/>
                  </a:lnTo>
                  <a:lnTo>
                    <a:pt x="862" y="884"/>
                  </a:lnTo>
                  <a:lnTo>
                    <a:pt x="860" y="898"/>
                  </a:lnTo>
                  <a:lnTo>
                    <a:pt x="856" y="914"/>
                  </a:lnTo>
                  <a:lnTo>
                    <a:pt x="852" y="928"/>
                  </a:lnTo>
                  <a:lnTo>
                    <a:pt x="844" y="944"/>
                  </a:lnTo>
                  <a:lnTo>
                    <a:pt x="836" y="956"/>
                  </a:lnTo>
                  <a:lnTo>
                    <a:pt x="826" y="970"/>
                  </a:lnTo>
                  <a:lnTo>
                    <a:pt x="816" y="982"/>
                  </a:lnTo>
                  <a:lnTo>
                    <a:pt x="814" y="982"/>
                  </a:lnTo>
                  <a:lnTo>
                    <a:pt x="814" y="984"/>
                  </a:lnTo>
                  <a:lnTo>
                    <a:pt x="814" y="984"/>
                  </a:lnTo>
                  <a:lnTo>
                    <a:pt x="790" y="1006"/>
                  </a:lnTo>
                  <a:lnTo>
                    <a:pt x="762" y="1024"/>
                  </a:lnTo>
                  <a:lnTo>
                    <a:pt x="734" y="1040"/>
                  </a:lnTo>
                  <a:lnTo>
                    <a:pt x="706" y="1054"/>
                  </a:lnTo>
                  <a:lnTo>
                    <a:pt x="676" y="1064"/>
                  </a:lnTo>
                  <a:lnTo>
                    <a:pt x="646" y="1072"/>
                  </a:lnTo>
                  <a:lnTo>
                    <a:pt x="614" y="1076"/>
                  </a:lnTo>
                  <a:lnTo>
                    <a:pt x="584" y="1078"/>
                  </a:lnTo>
                  <a:lnTo>
                    <a:pt x="584" y="1078"/>
                  </a:lnTo>
                  <a:lnTo>
                    <a:pt x="552" y="1076"/>
                  </a:lnTo>
                  <a:lnTo>
                    <a:pt x="520" y="1072"/>
                  </a:lnTo>
                  <a:lnTo>
                    <a:pt x="490" y="1064"/>
                  </a:lnTo>
                  <a:lnTo>
                    <a:pt x="460" y="1054"/>
                  </a:lnTo>
                  <a:lnTo>
                    <a:pt x="432" y="1040"/>
                  </a:lnTo>
                  <a:lnTo>
                    <a:pt x="404" y="1024"/>
                  </a:lnTo>
                  <a:lnTo>
                    <a:pt x="376" y="1006"/>
                  </a:lnTo>
                  <a:lnTo>
                    <a:pt x="352" y="984"/>
                  </a:lnTo>
                  <a:lnTo>
                    <a:pt x="352" y="984"/>
                  </a:lnTo>
                  <a:lnTo>
                    <a:pt x="332" y="962"/>
                  </a:lnTo>
                  <a:lnTo>
                    <a:pt x="314" y="940"/>
                  </a:lnTo>
                  <a:lnTo>
                    <a:pt x="298" y="916"/>
                  </a:lnTo>
                  <a:lnTo>
                    <a:pt x="286" y="890"/>
                  </a:lnTo>
                  <a:lnTo>
                    <a:pt x="276" y="864"/>
                  </a:lnTo>
                  <a:lnTo>
                    <a:pt x="266" y="838"/>
                  </a:lnTo>
                  <a:lnTo>
                    <a:pt x="260" y="812"/>
                  </a:lnTo>
                  <a:lnTo>
                    <a:pt x="258" y="784"/>
                  </a:lnTo>
                  <a:lnTo>
                    <a:pt x="256" y="758"/>
                  </a:lnTo>
                  <a:lnTo>
                    <a:pt x="256" y="730"/>
                  </a:lnTo>
                  <a:lnTo>
                    <a:pt x="260" y="702"/>
                  </a:lnTo>
                  <a:lnTo>
                    <a:pt x="266" y="676"/>
                  </a:lnTo>
                  <a:lnTo>
                    <a:pt x="274" y="650"/>
                  </a:lnTo>
                  <a:lnTo>
                    <a:pt x="284" y="624"/>
                  </a:lnTo>
                  <a:lnTo>
                    <a:pt x="296" y="600"/>
                  </a:lnTo>
                  <a:lnTo>
                    <a:pt x="312" y="576"/>
                  </a:lnTo>
                  <a:lnTo>
                    <a:pt x="312" y="576"/>
                  </a:lnTo>
                  <a:lnTo>
                    <a:pt x="330" y="550"/>
                  </a:lnTo>
                  <a:lnTo>
                    <a:pt x="352" y="528"/>
                  </a:lnTo>
                  <a:lnTo>
                    <a:pt x="352" y="528"/>
                  </a:lnTo>
                  <a:lnTo>
                    <a:pt x="376" y="506"/>
                  </a:lnTo>
                  <a:lnTo>
                    <a:pt x="404" y="486"/>
                  </a:lnTo>
                  <a:lnTo>
                    <a:pt x="432" y="470"/>
                  </a:lnTo>
                  <a:lnTo>
                    <a:pt x="460" y="456"/>
                  </a:lnTo>
                  <a:lnTo>
                    <a:pt x="490" y="446"/>
                  </a:lnTo>
                  <a:lnTo>
                    <a:pt x="520" y="438"/>
                  </a:lnTo>
                  <a:lnTo>
                    <a:pt x="552" y="434"/>
                  </a:lnTo>
                  <a:lnTo>
                    <a:pt x="584" y="432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54" y="2"/>
                  </a:lnTo>
                  <a:lnTo>
                    <a:pt x="524" y="4"/>
                  </a:lnTo>
                  <a:lnTo>
                    <a:pt x="494" y="8"/>
                  </a:lnTo>
                  <a:lnTo>
                    <a:pt x="466" y="12"/>
                  </a:lnTo>
                  <a:lnTo>
                    <a:pt x="438" y="20"/>
                  </a:lnTo>
                  <a:lnTo>
                    <a:pt x="410" y="26"/>
                  </a:lnTo>
                  <a:lnTo>
                    <a:pt x="382" y="36"/>
                  </a:lnTo>
                  <a:lnTo>
                    <a:pt x="356" y="46"/>
                  </a:lnTo>
                  <a:lnTo>
                    <a:pt x="330" y="58"/>
                  </a:lnTo>
                  <a:lnTo>
                    <a:pt x="306" y="70"/>
                  </a:lnTo>
                  <a:lnTo>
                    <a:pt x="282" y="84"/>
                  </a:lnTo>
                  <a:lnTo>
                    <a:pt x="258" y="100"/>
                  </a:lnTo>
                  <a:lnTo>
                    <a:pt x="234" y="116"/>
                  </a:lnTo>
                  <a:lnTo>
                    <a:pt x="212" y="132"/>
                  </a:lnTo>
                  <a:lnTo>
                    <a:pt x="192" y="150"/>
                  </a:lnTo>
                  <a:lnTo>
                    <a:pt x="172" y="170"/>
                  </a:lnTo>
                  <a:lnTo>
                    <a:pt x="152" y="190"/>
                  </a:lnTo>
                  <a:lnTo>
                    <a:pt x="134" y="210"/>
                  </a:lnTo>
                  <a:lnTo>
                    <a:pt x="116" y="232"/>
                  </a:lnTo>
                  <a:lnTo>
                    <a:pt x="100" y="254"/>
                  </a:lnTo>
                  <a:lnTo>
                    <a:pt x="84" y="278"/>
                  </a:lnTo>
                  <a:lnTo>
                    <a:pt x="70" y="302"/>
                  </a:lnTo>
                  <a:lnTo>
                    <a:pt x="58" y="326"/>
                  </a:lnTo>
                  <a:lnTo>
                    <a:pt x="46" y="352"/>
                  </a:lnTo>
                  <a:lnTo>
                    <a:pt x="36" y="378"/>
                  </a:lnTo>
                  <a:lnTo>
                    <a:pt x="26" y="404"/>
                  </a:lnTo>
                  <a:lnTo>
                    <a:pt x="18" y="432"/>
                  </a:lnTo>
                  <a:lnTo>
                    <a:pt x="12" y="460"/>
                  </a:lnTo>
                  <a:lnTo>
                    <a:pt x="6" y="488"/>
                  </a:lnTo>
                  <a:lnTo>
                    <a:pt x="4" y="516"/>
                  </a:lnTo>
                  <a:lnTo>
                    <a:pt x="2" y="54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2" y="604"/>
                  </a:lnTo>
                  <a:lnTo>
                    <a:pt x="4" y="634"/>
                  </a:lnTo>
                  <a:lnTo>
                    <a:pt x="6" y="662"/>
                  </a:lnTo>
                  <a:lnTo>
                    <a:pt x="12" y="690"/>
                  </a:lnTo>
                  <a:lnTo>
                    <a:pt x="18" y="718"/>
                  </a:lnTo>
                  <a:lnTo>
                    <a:pt x="26" y="746"/>
                  </a:lnTo>
                  <a:lnTo>
                    <a:pt x="36" y="772"/>
                  </a:lnTo>
                  <a:lnTo>
                    <a:pt x="46" y="798"/>
                  </a:lnTo>
                  <a:lnTo>
                    <a:pt x="58" y="824"/>
                  </a:lnTo>
                  <a:lnTo>
                    <a:pt x="70" y="848"/>
                  </a:lnTo>
                  <a:lnTo>
                    <a:pt x="84" y="872"/>
                  </a:lnTo>
                  <a:lnTo>
                    <a:pt x="100" y="896"/>
                  </a:lnTo>
                  <a:lnTo>
                    <a:pt x="116" y="918"/>
                  </a:lnTo>
                  <a:lnTo>
                    <a:pt x="134" y="940"/>
                  </a:lnTo>
                  <a:lnTo>
                    <a:pt x="152" y="962"/>
                  </a:lnTo>
                  <a:lnTo>
                    <a:pt x="172" y="982"/>
                  </a:lnTo>
                  <a:lnTo>
                    <a:pt x="192" y="1000"/>
                  </a:lnTo>
                  <a:lnTo>
                    <a:pt x="212" y="1018"/>
                  </a:lnTo>
                  <a:lnTo>
                    <a:pt x="234" y="1036"/>
                  </a:lnTo>
                  <a:lnTo>
                    <a:pt x="258" y="1052"/>
                  </a:lnTo>
                  <a:lnTo>
                    <a:pt x="282" y="1066"/>
                  </a:lnTo>
                  <a:lnTo>
                    <a:pt x="306" y="1080"/>
                  </a:lnTo>
                  <a:lnTo>
                    <a:pt x="330" y="1092"/>
                  </a:lnTo>
                  <a:lnTo>
                    <a:pt x="356" y="1104"/>
                  </a:lnTo>
                  <a:lnTo>
                    <a:pt x="382" y="1114"/>
                  </a:lnTo>
                  <a:lnTo>
                    <a:pt x="410" y="1124"/>
                  </a:lnTo>
                  <a:lnTo>
                    <a:pt x="438" y="1132"/>
                  </a:lnTo>
                  <a:lnTo>
                    <a:pt x="466" y="1138"/>
                  </a:lnTo>
                  <a:lnTo>
                    <a:pt x="494" y="1142"/>
                  </a:lnTo>
                  <a:lnTo>
                    <a:pt x="524" y="1146"/>
                  </a:lnTo>
                  <a:lnTo>
                    <a:pt x="554" y="1148"/>
                  </a:lnTo>
                  <a:lnTo>
                    <a:pt x="584" y="1150"/>
                  </a:lnTo>
                  <a:lnTo>
                    <a:pt x="584" y="1150"/>
                  </a:lnTo>
                  <a:lnTo>
                    <a:pt x="614" y="1148"/>
                  </a:lnTo>
                  <a:lnTo>
                    <a:pt x="646" y="1146"/>
                  </a:lnTo>
                  <a:lnTo>
                    <a:pt x="676" y="1142"/>
                  </a:lnTo>
                  <a:lnTo>
                    <a:pt x="706" y="1136"/>
                  </a:lnTo>
                  <a:lnTo>
                    <a:pt x="734" y="1130"/>
                  </a:lnTo>
                  <a:lnTo>
                    <a:pt x="764" y="1122"/>
                  </a:lnTo>
                  <a:lnTo>
                    <a:pt x="792" y="1112"/>
                  </a:lnTo>
                  <a:lnTo>
                    <a:pt x="818" y="1100"/>
                  </a:lnTo>
                  <a:lnTo>
                    <a:pt x="846" y="1088"/>
                  </a:lnTo>
                  <a:lnTo>
                    <a:pt x="872" y="1074"/>
                  </a:lnTo>
                  <a:lnTo>
                    <a:pt x="896" y="1060"/>
                  </a:lnTo>
                  <a:lnTo>
                    <a:pt x="920" y="1044"/>
                  </a:lnTo>
                  <a:lnTo>
                    <a:pt x="944" y="1026"/>
                  </a:lnTo>
                  <a:lnTo>
                    <a:pt x="966" y="1008"/>
                  </a:lnTo>
                  <a:lnTo>
                    <a:pt x="988" y="988"/>
                  </a:lnTo>
                  <a:lnTo>
                    <a:pt x="1008" y="968"/>
                  </a:lnTo>
                  <a:lnTo>
                    <a:pt x="1008" y="574"/>
                  </a:lnTo>
                  <a:lnTo>
                    <a:pt x="584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3" name="Freeform 20"/>
            <p:cNvSpPr>
              <a:spLocks noEditPoints="1"/>
            </p:cNvSpPr>
            <p:nvPr userDrawn="1"/>
          </p:nvSpPr>
          <p:spPr bwMode="auto">
            <a:xfrm>
              <a:off x="1428" y="2425"/>
              <a:ext cx="2328" cy="384"/>
            </a:xfrm>
            <a:custGeom>
              <a:avLst/>
              <a:gdLst>
                <a:gd name="T0" fmla="*/ 2222 w 2328"/>
                <a:gd name="T1" fmla="*/ 266 h 384"/>
                <a:gd name="T2" fmla="*/ 2204 w 2328"/>
                <a:gd name="T3" fmla="*/ 300 h 384"/>
                <a:gd name="T4" fmla="*/ 2156 w 2328"/>
                <a:gd name="T5" fmla="*/ 312 h 384"/>
                <a:gd name="T6" fmla="*/ 2076 w 2328"/>
                <a:gd name="T7" fmla="*/ 62 h 384"/>
                <a:gd name="T8" fmla="*/ 2144 w 2328"/>
                <a:gd name="T9" fmla="*/ 158 h 384"/>
                <a:gd name="T10" fmla="*/ 2182 w 2328"/>
                <a:gd name="T11" fmla="*/ 162 h 384"/>
                <a:gd name="T12" fmla="*/ 2214 w 2328"/>
                <a:gd name="T13" fmla="*/ 180 h 384"/>
                <a:gd name="T14" fmla="*/ 2224 w 2328"/>
                <a:gd name="T15" fmla="*/ 222 h 384"/>
                <a:gd name="T16" fmla="*/ 1686 w 2328"/>
                <a:gd name="T17" fmla="*/ 108 h 384"/>
                <a:gd name="T18" fmla="*/ 1630 w 2328"/>
                <a:gd name="T19" fmla="*/ 108 h 384"/>
                <a:gd name="T20" fmla="*/ 1732 w 2328"/>
                <a:gd name="T21" fmla="*/ 62 h 384"/>
                <a:gd name="T22" fmla="*/ 1278 w 2328"/>
                <a:gd name="T23" fmla="*/ 222 h 384"/>
                <a:gd name="T24" fmla="*/ 1266 w 2328"/>
                <a:gd name="T25" fmla="*/ 266 h 384"/>
                <a:gd name="T26" fmla="*/ 1230 w 2328"/>
                <a:gd name="T27" fmla="*/ 284 h 384"/>
                <a:gd name="T28" fmla="*/ 1194 w 2328"/>
                <a:gd name="T29" fmla="*/ 312 h 384"/>
                <a:gd name="T30" fmla="*/ 1136 w 2328"/>
                <a:gd name="T31" fmla="*/ 286 h 384"/>
                <a:gd name="T32" fmla="*/ 1084 w 2328"/>
                <a:gd name="T33" fmla="*/ 280 h 384"/>
                <a:gd name="T34" fmla="*/ 1056 w 2328"/>
                <a:gd name="T35" fmla="*/ 254 h 384"/>
                <a:gd name="T36" fmla="*/ 1052 w 2328"/>
                <a:gd name="T37" fmla="*/ 144 h 384"/>
                <a:gd name="T38" fmla="*/ 1056 w 2328"/>
                <a:gd name="T39" fmla="*/ 112 h 384"/>
                <a:gd name="T40" fmla="*/ 1082 w 2328"/>
                <a:gd name="T41" fmla="*/ 88 h 384"/>
                <a:gd name="T42" fmla="*/ 1136 w 2328"/>
                <a:gd name="T43" fmla="*/ 80 h 384"/>
                <a:gd name="T44" fmla="*/ 1194 w 2328"/>
                <a:gd name="T45" fmla="*/ 80 h 384"/>
                <a:gd name="T46" fmla="*/ 1232 w 2328"/>
                <a:gd name="T47" fmla="*/ 84 h 384"/>
                <a:gd name="T48" fmla="*/ 1266 w 2328"/>
                <a:gd name="T49" fmla="*/ 102 h 384"/>
                <a:gd name="T50" fmla="*/ 1278 w 2328"/>
                <a:gd name="T51" fmla="*/ 144 h 384"/>
                <a:gd name="T52" fmla="*/ 662 w 2328"/>
                <a:gd name="T53" fmla="*/ 108 h 384"/>
                <a:gd name="T54" fmla="*/ 734 w 2328"/>
                <a:gd name="T55" fmla="*/ 206 h 384"/>
                <a:gd name="T56" fmla="*/ 742 w 2328"/>
                <a:gd name="T57" fmla="*/ 264 h 384"/>
                <a:gd name="T58" fmla="*/ 600 w 2328"/>
                <a:gd name="T59" fmla="*/ 62 h 384"/>
                <a:gd name="T60" fmla="*/ 252 w 2328"/>
                <a:gd name="T61" fmla="*/ 312 h 384"/>
                <a:gd name="T62" fmla="*/ 164 w 2328"/>
                <a:gd name="T63" fmla="*/ 202 h 384"/>
                <a:gd name="T64" fmla="*/ 104 w 2328"/>
                <a:gd name="T65" fmla="*/ 62 h 384"/>
                <a:gd name="T66" fmla="*/ 194 w 2328"/>
                <a:gd name="T67" fmla="*/ 158 h 384"/>
                <a:gd name="T68" fmla="*/ 252 w 2328"/>
                <a:gd name="T69" fmla="*/ 312 h 384"/>
                <a:gd name="T70" fmla="*/ 0 w 2328"/>
                <a:gd name="T71" fmla="*/ 384 h 384"/>
                <a:gd name="T72" fmla="*/ 1108 w 2328"/>
                <a:gd name="T73" fmla="*/ 142 h 384"/>
                <a:gd name="T74" fmla="*/ 1110 w 2328"/>
                <a:gd name="T75" fmla="*/ 232 h 384"/>
                <a:gd name="T76" fmla="*/ 1126 w 2328"/>
                <a:gd name="T77" fmla="*/ 240 h 384"/>
                <a:gd name="T78" fmla="*/ 1126 w 2328"/>
                <a:gd name="T79" fmla="*/ 124 h 384"/>
                <a:gd name="T80" fmla="*/ 1112 w 2328"/>
                <a:gd name="T81" fmla="*/ 128 h 384"/>
                <a:gd name="T82" fmla="*/ 1202 w 2328"/>
                <a:gd name="T83" fmla="*/ 124 h 384"/>
                <a:gd name="T84" fmla="*/ 1202 w 2328"/>
                <a:gd name="T85" fmla="*/ 240 h 384"/>
                <a:gd name="T86" fmla="*/ 1216 w 2328"/>
                <a:gd name="T87" fmla="*/ 238 h 384"/>
                <a:gd name="T88" fmla="*/ 1220 w 2328"/>
                <a:gd name="T89" fmla="*/ 142 h 384"/>
                <a:gd name="T90" fmla="*/ 1216 w 2328"/>
                <a:gd name="T91" fmla="*/ 128 h 384"/>
                <a:gd name="T92" fmla="*/ 2148 w 2328"/>
                <a:gd name="T93" fmla="*/ 202 h 384"/>
                <a:gd name="T94" fmla="*/ 2148 w 2328"/>
                <a:gd name="T95" fmla="*/ 268 h 384"/>
                <a:gd name="T96" fmla="*/ 2162 w 2328"/>
                <a:gd name="T97" fmla="*/ 264 h 384"/>
                <a:gd name="T98" fmla="*/ 2166 w 2328"/>
                <a:gd name="T99" fmla="*/ 220 h 384"/>
                <a:gd name="T100" fmla="*/ 2162 w 2328"/>
                <a:gd name="T101" fmla="*/ 206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28" h="384">
                  <a:moveTo>
                    <a:pt x="2224" y="248"/>
                  </a:moveTo>
                  <a:lnTo>
                    <a:pt x="2224" y="248"/>
                  </a:lnTo>
                  <a:lnTo>
                    <a:pt x="2222" y="266"/>
                  </a:lnTo>
                  <a:lnTo>
                    <a:pt x="2220" y="280"/>
                  </a:lnTo>
                  <a:lnTo>
                    <a:pt x="2212" y="292"/>
                  </a:lnTo>
                  <a:lnTo>
                    <a:pt x="2204" y="300"/>
                  </a:lnTo>
                  <a:lnTo>
                    <a:pt x="2192" y="306"/>
                  </a:lnTo>
                  <a:lnTo>
                    <a:pt x="2176" y="310"/>
                  </a:lnTo>
                  <a:lnTo>
                    <a:pt x="2156" y="312"/>
                  </a:lnTo>
                  <a:lnTo>
                    <a:pt x="2134" y="312"/>
                  </a:lnTo>
                  <a:lnTo>
                    <a:pt x="2076" y="312"/>
                  </a:lnTo>
                  <a:lnTo>
                    <a:pt x="2076" y="62"/>
                  </a:lnTo>
                  <a:lnTo>
                    <a:pt x="2134" y="62"/>
                  </a:lnTo>
                  <a:lnTo>
                    <a:pt x="2134" y="158"/>
                  </a:lnTo>
                  <a:lnTo>
                    <a:pt x="2144" y="158"/>
                  </a:lnTo>
                  <a:lnTo>
                    <a:pt x="2144" y="158"/>
                  </a:lnTo>
                  <a:lnTo>
                    <a:pt x="2164" y="158"/>
                  </a:lnTo>
                  <a:lnTo>
                    <a:pt x="2182" y="162"/>
                  </a:lnTo>
                  <a:lnTo>
                    <a:pt x="2196" y="166"/>
                  </a:lnTo>
                  <a:lnTo>
                    <a:pt x="2206" y="172"/>
                  </a:lnTo>
                  <a:lnTo>
                    <a:pt x="2214" y="180"/>
                  </a:lnTo>
                  <a:lnTo>
                    <a:pt x="2220" y="190"/>
                  </a:lnTo>
                  <a:lnTo>
                    <a:pt x="2224" y="204"/>
                  </a:lnTo>
                  <a:lnTo>
                    <a:pt x="2224" y="222"/>
                  </a:lnTo>
                  <a:lnTo>
                    <a:pt x="2224" y="248"/>
                  </a:lnTo>
                  <a:close/>
                  <a:moveTo>
                    <a:pt x="1732" y="108"/>
                  </a:moveTo>
                  <a:lnTo>
                    <a:pt x="1686" y="108"/>
                  </a:lnTo>
                  <a:lnTo>
                    <a:pt x="1686" y="312"/>
                  </a:lnTo>
                  <a:lnTo>
                    <a:pt x="1630" y="312"/>
                  </a:lnTo>
                  <a:lnTo>
                    <a:pt x="1630" y="108"/>
                  </a:lnTo>
                  <a:lnTo>
                    <a:pt x="1582" y="108"/>
                  </a:lnTo>
                  <a:lnTo>
                    <a:pt x="1582" y="62"/>
                  </a:lnTo>
                  <a:lnTo>
                    <a:pt x="1732" y="62"/>
                  </a:lnTo>
                  <a:lnTo>
                    <a:pt x="1732" y="108"/>
                  </a:lnTo>
                  <a:close/>
                  <a:moveTo>
                    <a:pt x="1278" y="222"/>
                  </a:moveTo>
                  <a:lnTo>
                    <a:pt x="1278" y="222"/>
                  </a:lnTo>
                  <a:lnTo>
                    <a:pt x="1276" y="240"/>
                  </a:lnTo>
                  <a:lnTo>
                    <a:pt x="1272" y="254"/>
                  </a:lnTo>
                  <a:lnTo>
                    <a:pt x="1266" y="266"/>
                  </a:lnTo>
                  <a:lnTo>
                    <a:pt x="1258" y="274"/>
                  </a:lnTo>
                  <a:lnTo>
                    <a:pt x="1246" y="280"/>
                  </a:lnTo>
                  <a:lnTo>
                    <a:pt x="1230" y="284"/>
                  </a:lnTo>
                  <a:lnTo>
                    <a:pt x="1214" y="286"/>
                  </a:lnTo>
                  <a:lnTo>
                    <a:pt x="1194" y="286"/>
                  </a:lnTo>
                  <a:lnTo>
                    <a:pt x="1194" y="312"/>
                  </a:lnTo>
                  <a:lnTo>
                    <a:pt x="1136" y="312"/>
                  </a:lnTo>
                  <a:lnTo>
                    <a:pt x="1136" y="286"/>
                  </a:lnTo>
                  <a:lnTo>
                    <a:pt x="1136" y="286"/>
                  </a:lnTo>
                  <a:lnTo>
                    <a:pt x="1116" y="286"/>
                  </a:lnTo>
                  <a:lnTo>
                    <a:pt x="1098" y="284"/>
                  </a:lnTo>
                  <a:lnTo>
                    <a:pt x="1084" y="280"/>
                  </a:lnTo>
                  <a:lnTo>
                    <a:pt x="1072" y="274"/>
                  </a:lnTo>
                  <a:lnTo>
                    <a:pt x="1062" y="266"/>
                  </a:lnTo>
                  <a:lnTo>
                    <a:pt x="1056" y="254"/>
                  </a:lnTo>
                  <a:lnTo>
                    <a:pt x="1052" y="240"/>
                  </a:lnTo>
                  <a:lnTo>
                    <a:pt x="1052" y="222"/>
                  </a:lnTo>
                  <a:lnTo>
                    <a:pt x="1052" y="144"/>
                  </a:lnTo>
                  <a:lnTo>
                    <a:pt x="1052" y="144"/>
                  </a:lnTo>
                  <a:lnTo>
                    <a:pt x="1052" y="128"/>
                  </a:lnTo>
                  <a:lnTo>
                    <a:pt x="1056" y="112"/>
                  </a:lnTo>
                  <a:lnTo>
                    <a:pt x="1062" y="102"/>
                  </a:lnTo>
                  <a:lnTo>
                    <a:pt x="1072" y="94"/>
                  </a:lnTo>
                  <a:lnTo>
                    <a:pt x="1082" y="88"/>
                  </a:lnTo>
                  <a:lnTo>
                    <a:pt x="1098" y="84"/>
                  </a:lnTo>
                  <a:lnTo>
                    <a:pt x="1116" y="82"/>
                  </a:lnTo>
                  <a:lnTo>
                    <a:pt x="1136" y="80"/>
                  </a:lnTo>
                  <a:lnTo>
                    <a:pt x="1136" y="62"/>
                  </a:lnTo>
                  <a:lnTo>
                    <a:pt x="1194" y="62"/>
                  </a:lnTo>
                  <a:lnTo>
                    <a:pt x="1194" y="80"/>
                  </a:lnTo>
                  <a:lnTo>
                    <a:pt x="1194" y="80"/>
                  </a:lnTo>
                  <a:lnTo>
                    <a:pt x="1214" y="82"/>
                  </a:lnTo>
                  <a:lnTo>
                    <a:pt x="1232" y="84"/>
                  </a:lnTo>
                  <a:lnTo>
                    <a:pt x="1246" y="88"/>
                  </a:lnTo>
                  <a:lnTo>
                    <a:pt x="1258" y="94"/>
                  </a:lnTo>
                  <a:lnTo>
                    <a:pt x="1266" y="102"/>
                  </a:lnTo>
                  <a:lnTo>
                    <a:pt x="1272" y="112"/>
                  </a:lnTo>
                  <a:lnTo>
                    <a:pt x="1276" y="128"/>
                  </a:lnTo>
                  <a:lnTo>
                    <a:pt x="1278" y="144"/>
                  </a:lnTo>
                  <a:lnTo>
                    <a:pt x="1278" y="222"/>
                  </a:lnTo>
                  <a:close/>
                  <a:moveTo>
                    <a:pt x="742" y="108"/>
                  </a:moveTo>
                  <a:lnTo>
                    <a:pt x="662" y="108"/>
                  </a:lnTo>
                  <a:lnTo>
                    <a:pt x="662" y="158"/>
                  </a:lnTo>
                  <a:lnTo>
                    <a:pt x="734" y="158"/>
                  </a:lnTo>
                  <a:lnTo>
                    <a:pt x="734" y="206"/>
                  </a:lnTo>
                  <a:lnTo>
                    <a:pt x="662" y="206"/>
                  </a:lnTo>
                  <a:lnTo>
                    <a:pt x="662" y="264"/>
                  </a:lnTo>
                  <a:lnTo>
                    <a:pt x="742" y="264"/>
                  </a:lnTo>
                  <a:lnTo>
                    <a:pt x="742" y="312"/>
                  </a:lnTo>
                  <a:lnTo>
                    <a:pt x="600" y="312"/>
                  </a:lnTo>
                  <a:lnTo>
                    <a:pt x="600" y="62"/>
                  </a:lnTo>
                  <a:lnTo>
                    <a:pt x="742" y="62"/>
                  </a:lnTo>
                  <a:lnTo>
                    <a:pt x="742" y="108"/>
                  </a:lnTo>
                  <a:close/>
                  <a:moveTo>
                    <a:pt x="252" y="312"/>
                  </a:moveTo>
                  <a:lnTo>
                    <a:pt x="194" y="312"/>
                  </a:lnTo>
                  <a:lnTo>
                    <a:pt x="194" y="202"/>
                  </a:lnTo>
                  <a:lnTo>
                    <a:pt x="164" y="202"/>
                  </a:lnTo>
                  <a:lnTo>
                    <a:pt x="164" y="312"/>
                  </a:lnTo>
                  <a:lnTo>
                    <a:pt x="104" y="312"/>
                  </a:lnTo>
                  <a:lnTo>
                    <a:pt x="104" y="62"/>
                  </a:lnTo>
                  <a:lnTo>
                    <a:pt x="164" y="62"/>
                  </a:lnTo>
                  <a:lnTo>
                    <a:pt x="164" y="158"/>
                  </a:lnTo>
                  <a:lnTo>
                    <a:pt x="194" y="158"/>
                  </a:lnTo>
                  <a:lnTo>
                    <a:pt x="194" y="62"/>
                  </a:lnTo>
                  <a:lnTo>
                    <a:pt x="252" y="62"/>
                  </a:lnTo>
                  <a:lnTo>
                    <a:pt x="252" y="312"/>
                  </a:lnTo>
                  <a:close/>
                  <a:moveTo>
                    <a:pt x="2328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2328" y="384"/>
                  </a:lnTo>
                  <a:lnTo>
                    <a:pt x="2328" y="0"/>
                  </a:lnTo>
                  <a:close/>
                  <a:moveTo>
                    <a:pt x="1108" y="142"/>
                  </a:moveTo>
                  <a:lnTo>
                    <a:pt x="1108" y="224"/>
                  </a:lnTo>
                  <a:lnTo>
                    <a:pt x="1108" y="224"/>
                  </a:lnTo>
                  <a:lnTo>
                    <a:pt x="1110" y="232"/>
                  </a:lnTo>
                  <a:lnTo>
                    <a:pt x="1112" y="238"/>
                  </a:lnTo>
                  <a:lnTo>
                    <a:pt x="1118" y="240"/>
                  </a:lnTo>
                  <a:lnTo>
                    <a:pt x="1126" y="240"/>
                  </a:lnTo>
                  <a:lnTo>
                    <a:pt x="1136" y="240"/>
                  </a:lnTo>
                  <a:lnTo>
                    <a:pt x="1136" y="124"/>
                  </a:lnTo>
                  <a:lnTo>
                    <a:pt x="1126" y="124"/>
                  </a:lnTo>
                  <a:lnTo>
                    <a:pt x="1126" y="124"/>
                  </a:lnTo>
                  <a:lnTo>
                    <a:pt x="1118" y="126"/>
                  </a:lnTo>
                  <a:lnTo>
                    <a:pt x="1112" y="128"/>
                  </a:lnTo>
                  <a:lnTo>
                    <a:pt x="1110" y="134"/>
                  </a:lnTo>
                  <a:lnTo>
                    <a:pt x="1108" y="142"/>
                  </a:lnTo>
                  <a:close/>
                  <a:moveTo>
                    <a:pt x="1202" y="124"/>
                  </a:moveTo>
                  <a:lnTo>
                    <a:pt x="1194" y="124"/>
                  </a:lnTo>
                  <a:lnTo>
                    <a:pt x="1194" y="240"/>
                  </a:lnTo>
                  <a:lnTo>
                    <a:pt x="1202" y="240"/>
                  </a:lnTo>
                  <a:lnTo>
                    <a:pt x="1202" y="240"/>
                  </a:lnTo>
                  <a:lnTo>
                    <a:pt x="1210" y="240"/>
                  </a:lnTo>
                  <a:lnTo>
                    <a:pt x="1216" y="238"/>
                  </a:lnTo>
                  <a:lnTo>
                    <a:pt x="1220" y="232"/>
                  </a:lnTo>
                  <a:lnTo>
                    <a:pt x="1220" y="222"/>
                  </a:lnTo>
                  <a:lnTo>
                    <a:pt x="1220" y="142"/>
                  </a:lnTo>
                  <a:lnTo>
                    <a:pt x="1220" y="142"/>
                  </a:lnTo>
                  <a:lnTo>
                    <a:pt x="1220" y="134"/>
                  </a:lnTo>
                  <a:lnTo>
                    <a:pt x="1216" y="128"/>
                  </a:lnTo>
                  <a:lnTo>
                    <a:pt x="1210" y="126"/>
                  </a:lnTo>
                  <a:lnTo>
                    <a:pt x="1202" y="124"/>
                  </a:lnTo>
                  <a:close/>
                  <a:moveTo>
                    <a:pt x="2148" y="202"/>
                  </a:moveTo>
                  <a:lnTo>
                    <a:pt x="2134" y="202"/>
                  </a:lnTo>
                  <a:lnTo>
                    <a:pt x="2134" y="268"/>
                  </a:lnTo>
                  <a:lnTo>
                    <a:pt x="2148" y="268"/>
                  </a:lnTo>
                  <a:lnTo>
                    <a:pt x="2148" y="268"/>
                  </a:lnTo>
                  <a:lnTo>
                    <a:pt x="2156" y="266"/>
                  </a:lnTo>
                  <a:lnTo>
                    <a:pt x="2162" y="264"/>
                  </a:lnTo>
                  <a:lnTo>
                    <a:pt x="2164" y="258"/>
                  </a:lnTo>
                  <a:lnTo>
                    <a:pt x="2166" y="250"/>
                  </a:lnTo>
                  <a:lnTo>
                    <a:pt x="2166" y="220"/>
                  </a:lnTo>
                  <a:lnTo>
                    <a:pt x="2166" y="220"/>
                  </a:lnTo>
                  <a:lnTo>
                    <a:pt x="2164" y="212"/>
                  </a:lnTo>
                  <a:lnTo>
                    <a:pt x="2162" y="206"/>
                  </a:lnTo>
                  <a:lnTo>
                    <a:pt x="2156" y="204"/>
                  </a:lnTo>
                  <a:lnTo>
                    <a:pt x="2148" y="2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2536" y="2549"/>
              <a:ext cx="28" cy="116"/>
            </a:xfrm>
            <a:custGeom>
              <a:avLst/>
              <a:gdLst>
                <a:gd name="T0" fmla="*/ 0 w 28"/>
                <a:gd name="T1" fmla="*/ 18 h 116"/>
                <a:gd name="T2" fmla="*/ 0 w 28"/>
                <a:gd name="T3" fmla="*/ 100 h 116"/>
                <a:gd name="T4" fmla="*/ 0 w 28"/>
                <a:gd name="T5" fmla="*/ 100 h 116"/>
                <a:gd name="T6" fmla="*/ 2 w 28"/>
                <a:gd name="T7" fmla="*/ 108 h 116"/>
                <a:gd name="T8" fmla="*/ 4 w 28"/>
                <a:gd name="T9" fmla="*/ 114 h 116"/>
                <a:gd name="T10" fmla="*/ 10 w 28"/>
                <a:gd name="T11" fmla="*/ 116 h 116"/>
                <a:gd name="T12" fmla="*/ 18 w 28"/>
                <a:gd name="T13" fmla="*/ 116 h 116"/>
                <a:gd name="T14" fmla="*/ 28 w 28"/>
                <a:gd name="T15" fmla="*/ 116 h 116"/>
                <a:gd name="T16" fmla="*/ 28 w 28"/>
                <a:gd name="T17" fmla="*/ 0 h 116"/>
                <a:gd name="T18" fmla="*/ 18 w 28"/>
                <a:gd name="T19" fmla="*/ 0 h 116"/>
                <a:gd name="T20" fmla="*/ 18 w 28"/>
                <a:gd name="T21" fmla="*/ 0 h 116"/>
                <a:gd name="T22" fmla="*/ 10 w 28"/>
                <a:gd name="T23" fmla="*/ 2 h 116"/>
                <a:gd name="T24" fmla="*/ 4 w 28"/>
                <a:gd name="T25" fmla="*/ 4 h 116"/>
                <a:gd name="T26" fmla="*/ 2 w 28"/>
                <a:gd name="T27" fmla="*/ 10 h 116"/>
                <a:gd name="T28" fmla="*/ 0 w 28"/>
                <a:gd name="T29" fmla="*/ 1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16">
                  <a:moveTo>
                    <a:pt x="0" y="18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2" y="108"/>
                  </a:lnTo>
                  <a:lnTo>
                    <a:pt x="4" y="114"/>
                  </a:lnTo>
                  <a:lnTo>
                    <a:pt x="10" y="116"/>
                  </a:lnTo>
                  <a:lnTo>
                    <a:pt x="18" y="116"/>
                  </a:lnTo>
                  <a:lnTo>
                    <a:pt x="28" y="116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1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31" name="Freeform 28"/>
            <p:cNvSpPr>
              <a:spLocks/>
            </p:cNvSpPr>
            <p:nvPr userDrawn="1"/>
          </p:nvSpPr>
          <p:spPr bwMode="auto">
            <a:xfrm>
              <a:off x="2622" y="2549"/>
              <a:ext cx="26" cy="116"/>
            </a:xfrm>
            <a:custGeom>
              <a:avLst/>
              <a:gdLst>
                <a:gd name="T0" fmla="*/ 8 w 26"/>
                <a:gd name="T1" fmla="*/ 0 h 116"/>
                <a:gd name="T2" fmla="*/ 0 w 26"/>
                <a:gd name="T3" fmla="*/ 0 h 116"/>
                <a:gd name="T4" fmla="*/ 0 w 26"/>
                <a:gd name="T5" fmla="*/ 116 h 116"/>
                <a:gd name="T6" fmla="*/ 8 w 26"/>
                <a:gd name="T7" fmla="*/ 116 h 116"/>
                <a:gd name="T8" fmla="*/ 8 w 26"/>
                <a:gd name="T9" fmla="*/ 116 h 116"/>
                <a:gd name="T10" fmla="*/ 16 w 26"/>
                <a:gd name="T11" fmla="*/ 116 h 116"/>
                <a:gd name="T12" fmla="*/ 22 w 26"/>
                <a:gd name="T13" fmla="*/ 114 h 116"/>
                <a:gd name="T14" fmla="*/ 26 w 26"/>
                <a:gd name="T15" fmla="*/ 108 h 116"/>
                <a:gd name="T16" fmla="*/ 26 w 26"/>
                <a:gd name="T17" fmla="*/ 98 h 116"/>
                <a:gd name="T18" fmla="*/ 26 w 26"/>
                <a:gd name="T19" fmla="*/ 18 h 116"/>
                <a:gd name="T20" fmla="*/ 26 w 26"/>
                <a:gd name="T21" fmla="*/ 18 h 116"/>
                <a:gd name="T22" fmla="*/ 26 w 26"/>
                <a:gd name="T23" fmla="*/ 10 h 116"/>
                <a:gd name="T24" fmla="*/ 22 w 26"/>
                <a:gd name="T25" fmla="*/ 4 h 116"/>
                <a:gd name="T26" fmla="*/ 16 w 26"/>
                <a:gd name="T27" fmla="*/ 2 h 116"/>
                <a:gd name="T28" fmla="*/ 8 w 26"/>
                <a:gd name="T2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" h="116">
                  <a:moveTo>
                    <a:pt x="8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16" y="116"/>
                  </a:lnTo>
                  <a:lnTo>
                    <a:pt x="22" y="114"/>
                  </a:lnTo>
                  <a:lnTo>
                    <a:pt x="26" y="108"/>
                  </a:lnTo>
                  <a:lnTo>
                    <a:pt x="26" y="98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6" y="10"/>
                  </a:lnTo>
                  <a:lnTo>
                    <a:pt x="22" y="4"/>
                  </a:lnTo>
                  <a:lnTo>
                    <a:pt x="16" y="2"/>
                  </a:lnTo>
                  <a:lnTo>
                    <a:pt x="8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024" name="Freeform 29"/>
            <p:cNvSpPr>
              <a:spLocks/>
            </p:cNvSpPr>
            <p:nvPr userDrawn="1"/>
          </p:nvSpPr>
          <p:spPr bwMode="auto">
            <a:xfrm>
              <a:off x="3562" y="2627"/>
              <a:ext cx="32" cy="66"/>
            </a:xfrm>
            <a:custGeom>
              <a:avLst/>
              <a:gdLst>
                <a:gd name="T0" fmla="*/ 14 w 32"/>
                <a:gd name="T1" fmla="*/ 0 h 66"/>
                <a:gd name="T2" fmla="*/ 0 w 32"/>
                <a:gd name="T3" fmla="*/ 0 h 66"/>
                <a:gd name="T4" fmla="*/ 0 w 32"/>
                <a:gd name="T5" fmla="*/ 66 h 66"/>
                <a:gd name="T6" fmla="*/ 14 w 32"/>
                <a:gd name="T7" fmla="*/ 66 h 66"/>
                <a:gd name="T8" fmla="*/ 14 w 32"/>
                <a:gd name="T9" fmla="*/ 66 h 66"/>
                <a:gd name="T10" fmla="*/ 22 w 32"/>
                <a:gd name="T11" fmla="*/ 64 h 66"/>
                <a:gd name="T12" fmla="*/ 28 w 32"/>
                <a:gd name="T13" fmla="*/ 62 h 66"/>
                <a:gd name="T14" fmla="*/ 30 w 32"/>
                <a:gd name="T15" fmla="*/ 56 h 66"/>
                <a:gd name="T16" fmla="*/ 32 w 32"/>
                <a:gd name="T17" fmla="*/ 48 h 66"/>
                <a:gd name="T18" fmla="*/ 32 w 32"/>
                <a:gd name="T19" fmla="*/ 18 h 66"/>
                <a:gd name="T20" fmla="*/ 32 w 32"/>
                <a:gd name="T21" fmla="*/ 18 h 66"/>
                <a:gd name="T22" fmla="*/ 30 w 32"/>
                <a:gd name="T23" fmla="*/ 10 h 66"/>
                <a:gd name="T24" fmla="*/ 28 w 32"/>
                <a:gd name="T25" fmla="*/ 4 h 66"/>
                <a:gd name="T26" fmla="*/ 22 w 32"/>
                <a:gd name="T27" fmla="*/ 2 h 66"/>
                <a:gd name="T28" fmla="*/ 14 w 32"/>
                <a:gd name="T2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66">
                  <a:moveTo>
                    <a:pt x="14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22" y="64"/>
                  </a:lnTo>
                  <a:lnTo>
                    <a:pt x="28" y="62"/>
                  </a:lnTo>
                  <a:lnTo>
                    <a:pt x="30" y="56"/>
                  </a:lnTo>
                  <a:lnTo>
                    <a:pt x="32" y="4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0" y="10"/>
                  </a:lnTo>
                  <a:lnTo>
                    <a:pt x="28" y="4"/>
                  </a:lnTo>
                  <a:lnTo>
                    <a:pt x="22" y="2"/>
                  </a:lnTo>
                  <a:lnTo>
                    <a:pt x="14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</p:grpSp>
      <p:sp>
        <p:nvSpPr>
          <p:cNvPr id="19" name="TitleLogoEng" hidden="1"/>
          <p:cNvSpPr>
            <a:spLocks noEditPoints="1"/>
          </p:cNvSpPr>
          <p:nvPr/>
        </p:nvSpPr>
        <p:spPr bwMode="auto">
          <a:xfrm>
            <a:off x="7879606" y="5873922"/>
            <a:ext cx="974189" cy="453600"/>
          </a:xfrm>
          <a:custGeom>
            <a:avLst/>
            <a:gdLst>
              <a:gd name="T0" fmla="*/ 1992 w 4450"/>
              <a:gd name="T1" fmla="*/ 1156 h 2072"/>
              <a:gd name="T2" fmla="*/ 1998 w 4450"/>
              <a:gd name="T3" fmla="*/ 1076 h 2072"/>
              <a:gd name="T4" fmla="*/ 2976 w 4450"/>
              <a:gd name="T5" fmla="*/ 1058 h 2072"/>
              <a:gd name="T6" fmla="*/ 2962 w 4450"/>
              <a:gd name="T7" fmla="*/ 654 h 2072"/>
              <a:gd name="T8" fmla="*/ 2840 w 4450"/>
              <a:gd name="T9" fmla="*/ 716 h 2072"/>
              <a:gd name="T10" fmla="*/ 2854 w 4450"/>
              <a:gd name="T11" fmla="*/ 1018 h 2072"/>
              <a:gd name="T12" fmla="*/ 3376 w 4450"/>
              <a:gd name="T13" fmla="*/ 1072 h 2072"/>
              <a:gd name="T14" fmla="*/ 3386 w 4450"/>
              <a:gd name="T15" fmla="*/ 672 h 2072"/>
              <a:gd name="T16" fmla="*/ 3214 w 4450"/>
              <a:gd name="T17" fmla="*/ 1102 h 2072"/>
              <a:gd name="T18" fmla="*/ 3274 w 4450"/>
              <a:gd name="T19" fmla="*/ 1002 h 2072"/>
              <a:gd name="T20" fmla="*/ 4306 w 4450"/>
              <a:gd name="T21" fmla="*/ 896 h 2072"/>
              <a:gd name="T22" fmla="*/ 3600 w 4450"/>
              <a:gd name="T23" fmla="*/ 1348 h 2072"/>
              <a:gd name="T24" fmla="*/ 3816 w 4450"/>
              <a:gd name="T25" fmla="*/ 1260 h 2072"/>
              <a:gd name="T26" fmla="*/ 3772 w 4450"/>
              <a:gd name="T27" fmla="*/ 638 h 2072"/>
              <a:gd name="T28" fmla="*/ 3524 w 4450"/>
              <a:gd name="T29" fmla="*/ 654 h 2072"/>
              <a:gd name="T30" fmla="*/ 3512 w 4450"/>
              <a:gd name="T31" fmla="*/ 1302 h 2072"/>
              <a:gd name="T32" fmla="*/ 3628 w 4450"/>
              <a:gd name="T33" fmla="*/ 742 h 2072"/>
              <a:gd name="T34" fmla="*/ 3688 w 4450"/>
              <a:gd name="T35" fmla="*/ 742 h 2072"/>
              <a:gd name="T36" fmla="*/ 3646 w 4450"/>
              <a:gd name="T37" fmla="*/ 1256 h 2072"/>
              <a:gd name="T38" fmla="*/ 1696 w 4450"/>
              <a:gd name="T39" fmla="*/ 1344 h 2072"/>
              <a:gd name="T40" fmla="*/ 1600 w 4450"/>
              <a:gd name="T41" fmla="*/ 992 h 2072"/>
              <a:gd name="T42" fmla="*/ 1606 w 4450"/>
              <a:gd name="T43" fmla="*/ 1260 h 2072"/>
              <a:gd name="T44" fmla="*/ 1576 w 4450"/>
              <a:gd name="T45" fmla="*/ 740 h 2072"/>
              <a:gd name="T46" fmla="*/ 1638 w 4450"/>
              <a:gd name="T47" fmla="*/ 856 h 2072"/>
              <a:gd name="T48" fmla="*/ 1710 w 4450"/>
              <a:gd name="T49" fmla="*/ 634 h 2072"/>
              <a:gd name="T50" fmla="*/ 1466 w 4450"/>
              <a:gd name="T51" fmla="*/ 662 h 2072"/>
              <a:gd name="T52" fmla="*/ 1466 w 4450"/>
              <a:gd name="T53" fmla="*/ 1312 h 2072"/>
              <a:gd name="T54" fmla="*/ 4450 w 4450"/>
              <a:gd name="T55" fmla="*/ 1590 h 2072"/>
              <a:gd name="T56" fmla="*/ 1572 w 4450"/>
              <a:gd name="T57" fmla="*/ 1668 h 2072"/>
              <a:gd name="T58" fmla="*/ 2628 w 4450"/>
              <a:gd name="T59" fmla="*/ 1726 h 2072"/>
              <a:gd name="T60" fmla="*/ 2628 w 4450"/>
              <a:gd name="T61" fmla="*/ 1726 h 2072"/>
              <a:gd name="T62" fmla="*/ 4324 w 4450"/>
              <a:gd name="T63" fmla="*/ 1726 h 2072"/>
              <a:gd name="T64" fmla="*/ 936 w 4450"/>
              <a:gd name="T65" fmla="*/ 1218 h 2072"/>
              <a:gd name="T66" fmla="*/ 1170 w 4450"/>
              <a:gd name="T67" fmla="*/ 906 h 2072"/>
              <a:gd name="T68" fmla="*/ 1162 w 4450"/>
              <a:gd name="T69" fmla="*/ 374 h 2072"/>
              <a:gd name="T70" fmla="*/ 944 w 4450"/>
              <a:gd name="T71" fmla="*/ 78 h 2072"/>
              <a:gd name="T72" fmla="*/ 790 w 4450"/>
              <a:gd name="T73" fmla="*/ 684 h 2072"/>
              <a:gd name="T74" fmla="*/ 992 w 4450"/>
              <a:gd name="T75" fmla="*/ 1260 h 2072"/>
              <a:gd name="T76" fmla="*/ 958 w 4450"/>
              <a:gd name="T77" fmla="*/ 870 h 2072"/>
              <a:gd name="T78" fmla="*/ 1050 w 4450"/>
              <a:gd name="T79" fmla="*/ 1012 h 2072"/>
              <a:gd name="T80" fmla="*/ 838 w 4450"/>
              <a:gd name="T81" fmla="*/ 624 h 2072"/>
              <a:gd name="T82" fmla="*/ 992 w 4450"/>
              <a:gd name="T83" fmla="*/ 102 h 2072"/>
              <a:gd name="T84" fmla="*/ 1142 w 4450"/>
              <a:gd name="T85" fmla="*/ 556 h 2072"/>
              <a:gd name="T86" fmla="*/ 1124 w 4450"/>
              <a:gd name="T87" fmla="*/ 760 h 2072"/>
              <a:gd name="T88" fmla="*/ 992 w 4450"/>
              <a:gd name="T89" fmla="*/ 314 h 2072"/>
              <a:gd name="T90" fmla="*/ 864 w 4450"/>
              <a:gd name="T91" fmla="*/ 742 h 2072"/>
              <a:gd name="T92" fmla="*/ 724 w 4450"/>
              <a:gd name="T93" fmla="*/ 1576 h 2072"/>
              <a:gd name="T94" fmla="*/ 908 w 4450"/>
              <a:gd name="T95" fmla="*/ 1520 h 2072"/>
              <a:gd name="T96" fmla="*/ 1064 w 4450"/>
              <a:gd name="T97" fmla="*/ 1660 h 2072"/>
              <a:gd name="T98" fmla="*/ 1012 w 4450"/>
              <a:gd name="T99" fmla="*/ 1862 h 2072"/>
              <a:gd name="T100" fmla="*/ 802 w 4450"/>
              <a:gd name="T101" fmla="*/ 1974 h 2072"/>
              <a:gd name="T102" fmla="*/ 436 w 4450"/>
              <a:gd name="T103" fmla="*/ 1862 h 2072"/>
              <a:gd name="T104" fmla="*/ 330 w 4450"/>
              <a:gd name="T105" fmla="*/ 1478 h 2072"/>
              <a:gd name="T106" fmla="*/ 570 w 4450"/>
              <a:gd name="T107" fmla="*/ 1202 h 2072"/>
              <a:gd name="T108" fmla="*/ 508 w 4450"/>
              <a:gd name="T109" fmla="*/ 662 h 2072"/>
              <a:gd name="T110" fmla="*/ 166 w 4450"/>
              <a:gd name="T111" fmla="*/ 892 h 2072"/>
              <a:gd name="T112" fmla="*/ 4 w 4450"/>
              <a:gd name="T113" fmla="*/ 1276 h 2072"/>
              <a:gd name="T114" fmla="*/ 72 w 4450"/>
              <a:gd name="T115" fmla="*/ 1662 h 2072"/>
              <a:gd name="T116" fmla="*/ 348 w 4450"/>
              <a:gd name="T117" fmla="*/ 1966 h 2072"/>
              <a:gd name="T118" fmla="*/ 724 w 4450"/>
              <a:gd name="T119" fmla="*/ 2072 h 2072"/>
              <a:gd name="T120" fmla="*/ 1144 w 4450"/>
              <a:gd name="T121" fmla="*/ 1938 h 2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450" h="2072">
                <a:moveTo>
                  <a:pt x="2586" y="1256"/>
                </a:moveTo>
                <a:lnTo>
                  <a:pt x="2416" y="1256"/>
                </a:lnTo>
                <a:lnTo>
                  <a:pt x="2578" y="716"/>
                </a:lnTo>
                <a:lnTo>
                  <a:pt x="2578" y="626"/>
                </a:lnTo>
                <a:lnTo>
                  <a:pt x="2268" y="626"/>
                </a:lnTo>
                <a:lnTo>
                  <a:pt x="2268" y="716"/>
                </a:lnTo>
                <a:lnTo>
                  <a:pt x="2428" y="716"/>
                </a:lnTo>
                <a:lnTo>
                  <a:pt x="2266" y="1258"/>
                </a:lnTo>
                <a:lnTo>
                  <a:pt x="2266" y="1348"/>
                </a:lnTo>
                <a:lnTo>
                  <a:pt x="2586" y="1348"/>
                </a:lnTo>
                <a:lnTo>
                  <a:pt x="2586" y="1256"/>
                </a:lnTo>
                <a:close/>
                <a:moveTo>
                  <a:pt x="1992" y="1156"/>
                </a:moveTo>
                <a:lnTo>
                  <a:pt x="2058" y="1156"/>
                </a:lnTo>
                <a:lnTo>
                  <a:pt x="2072" y="1348"/>
                </a:lnTo>
                <a:lnTo>
                  <a:pt x="2208" y="1348"/>
                </a:lnTo>
                <a:lnTo>
                  <a:pt x="2134" y="626"/>
                </a:lnTo>
                <a:lnTo>
                  <a:pt x="1916" y="626"/>
                </a:lnTo>
                <a:lnTo>
                  <a:pt x="1844" y="1348"/>
                </a:lnTo>
                <a:lnTo>
                  <a:pt x="1980" y="1348"/>
                </a:lnTo>
                <a:lnTo>
                  <a:pt x="1992" y="1156"/>
                </a:lnTo>
                <a:close/>
                <a:moveTo>
                  <a:pt x="2022" y="716"/>
                </a:moveTo>
                <a:lnTo>
                  <a:pt x="2030" y="716"/>
                </a:lnTo>
                <a:lnTo>
                  <a:pt x="2054" y="1076"/>
                </a:lnTo>
                <a:lnTo>
                  <a:pt x="1998" y="1076"/>
                </a:lnTo>
                <a:lnTo>
                  <a:pt x="2022" y="716"/>
                </a:lnTo>
                <a:close/>
                <a:moveTo>
                  <a:pt x="2804" y="1102"/>
                </a:moveTo>
                <a:lnTo>
                  <a:pt x="2882" y="1102"/>
                </a:lnTo>
                <a:lnTo>
                  <a:pt x="2882" y="1102"/>
                </a:lnTo>
                <a:lnTo>
                  <a:pt x="2900" y="1102"/>
                </a:lnTo>
                <a:lnTo>
                  <a:pt x="2916" y="1100"/>
                </a:lnTo>
                <a:lnTo>
                  <a:pt x="2930" y="1096"/>
                </a:lnTo>
                <a:lnTo>
                  <a:pt x="2942" y="1090"/>
                </a:lnTo>
                <a:lnTo>
                  <a:pt x="2952" y="1084"/>
                </a:lnTo>
                <a:lnTo>
                  <a:pt x="2962" y="1076"/>
                </a:lnTo>
                <a:lnTo>
                  <a:pt x="2970" y="1066"/>
                </a:lnTo>
                <a:lnTo>
                  <a:pt x="2976" y="1058"/>
                </a:lnTo>
                <a:lnTo>
                  <a:pt x="2986" y="1036"/>
                </a:lnTo>
                <a:lnTo>
                  <a:pt x="2992" y="1016"/>
                </a:lnTo>
                <a:lnTo>
                  <a:pt x="2994" y="994"/>
                </a:lnTo>
                <a:lnTo>
                  <a:pt x="2996" y="974"/>
                </a:lnTo>
                <a:lnTo>
                  <a:pt x="2996" y="756"/>
                </a:lnTo>
                <a:lnTo>
                  <a:pt x="2996" y="756"/>
                </a:lnTo>
                <a:lnTo>
                  <a:pt x="2994" y="734"/>
                </a:lnTo>
                <a:lnTo>
                  <a:pt x="2992" y="714"/>
                </a:lnTo>
                <a:lnTo>
                  <a:pt x="2986" y="692"/>
                </a:lnTo>
                <a:lnTo>
                  <a:pt x="2976" y="672"/>
                </a:lnTo>
                <a:lnTo>
                  <a:pt x="2970" y="662"/>
                </a:lnTo>
                <a:lnTo>
                  <a:pt x="2962" y="654"/>
                </a:lnTo>
                <a:lnTo>
                  <a:pt x="2952" y="646"/>
                </a:lnTo>
                <a:lnTo>
                  <a:pt x="2942" y="638"/>
                </a:lnTo>
                <a:lnTo>
                  <a:pt x="2930" y="634"/>
                </a:lnTo>
                <a:lnTo>
                  <a:pt x="2916" y="630"/>
                </a:lnTo>
                <a:lnTo>
                  <a:pt x="2900" y="626"/>
                </a:lnTo>
                <a:lnTo>
                  <a:pt x="2882" y="626"/>
                </a:lnTo>
                <a:lnTo>
                  <a:pt x="2664" y="626"/>
                </a:lnTo>
                <a:lnTo>
                  <a:pt x="2664" y="1348"/>
                </a:lnTo>
                <a:lnTo>
                  <a:pt x="2804" y="1348"/>
                </a:lnTo>
                <a:lnTo>
                  <a:pt x="2804" y="1102"/>
                </a:lnTo>
                <a:close/>
                <a:moveTo>
                  <a:pt x="2804" y="716"/>
                </a:moveTo>
                <a:lnTo>
                  <a:pt x="2840" y="716"/>
                </a:lnTo>
                <a:lnTo>
                  <a:pt x="2840" y="716"/>
                </a:lnTo>
                <a:lnTo>
                  <a:pt x="2846" y="716"/>
                </a:lnTo>
                <a:lnTo>
                  <a:pt x="2850" y="718"/>
                </a:lnTo>
                <a:lnTo>
                  <a:pt x="2854" y="722"/>
                </a:lnTo>
                <a:lnTo>
                  <a:pt x="2858" y="726"/>
                </a:lnTo>
                <a:lnTo>
                  <a:pt x="2864" y="736"/>
                </a:lnTo>
                <a:lnTo>
                  <a:pt x="2866" y="752"/>
                </a:lnTo>
                <a:lnTo>
                  <a:pt x="2866" y="988"/>
                </a:lnTo>
                <a:lnTo>
                  <a:pt x="2866" y="988"/>
                </a:lnTo>
                <a:lnTo>
                  <a:pt x="2864" y="1002"/>
                </a:lnTo>
                <a:lnTo>
                  <a:pt x="2858" y="1014"/>
                </a:lnTo>
                <a:lnTo>
                  <a:pt x="2854" y="1018"/>
                </a:lnTo>
                <a:lnTo>
                  <a:pt x="2850" y="1020"/>
                </a:lnTo>
                <a:lnTo>
                  <a:pt x="2846" y="1022"/>
                </a:lnTo>
                <a:lnTo>
                  <a:pt x="2840" y="1024"/>
                </a:lnTo>
                <a:lnTo>
                  <a:pt x="2804" y="1024"/>
                </a:lnTo>
                <a:lnTo>
                  <a:pt x="2804" y="716"/>
                </a:lnTo>
                <a:close/>
                <a:moveTo>
                  <a:pt x="3214" y="1102"/>
                </a:moveTo>
                <a:lnTo>
                  <a:pt x="3236" y="1102"/>
                </a:lnTo>
                <a:lnTo>
                  <a:pt x="3282" y="1348"/>
                </a:lnTo>
                <a:lnTo>
                  <a:pt x="3430" y="1348"/>
                </a:lnTo>
                <a:lnTo>
                  <a:pt x="3364" y="1082"/>
                </a:lnTo>
                <a:lnTo>
                  <a:pt x="3364" y="1082"/>
                </a:lnTo>
                <a:lnTo>
                  <a:pt x="3376" y="1072"/>
                </a:lnTo>
                <a:lnTo>
                  <a:pt x="3386" y="1058"/>
                </a:lnTo>
                <a:lnTo>
                  <a:pt x="3392" y="1046"/>
                </a:lnTo>
                <a:lnTo>
                  <a:pt x="3398" y="1030"/>
                </a:lnTo>
                <a:lnTo>
                  <a:pt x="3402" y="1016"/>
                </a:lnTo>
                <a:lnTo>
                  <a:pt x="3404" y="1002"/>
                </a:lnTo>
                <a:lnTo>
                  <a:pt x="3406" y="974"/>
                </a:lnTo>
                <a:lnTo>
                  <a:pt x="3406" y="756"/>
                </a:lnTo>
                <a:lnTo>
                  <a:pt x="3406" y="756"/>
                </a:lnTo>
                <a:lnTo>
                  <a:pt x="3406" y="734"/>
                </a:lnTo>
                <a:lnTo>
                  <a:pt x="3402" y="714"/>
                </a:lnTo>
                <a:lnTo>
                  <a:pt x="3396" y="692"/>
                </a:lnTo>
                <a:lnTo>
                  <a:pt x="3386" y="672"/>
                </a:lnTo>
                <a:lnTo>
                  <a:pt x="3380" y="662"/>
                </a:lnTo>
                <a:lnTo>
                  <a:pt x="3372" y="654"/>
                </a:lnTo>
                <a:lnTo>
                  <a:pt x="3362" y="646"/>
                </a:lnTo>
                <a:lnTo>
                  <a:pt x="3352" y="638"/>
                </a:lnTo>
                <a:lnTo>
                  <a:pt x="3340" y="634"/>
                </a:lnTo>
                <a:lnTo>
                  <a:pt x="3326" y="630"/>
                </a:lnTo>
                <a:lnTo>
                  <a:pt x="3310" y="626"/>
                </a:lnTo>
                <a:lnTo>
                  <a:pt x="3294" y="626"/>
                </a:lnTo>
                <a:lnTo>
                  <a:pt x="3074" y="626"/>
                </a:lnTo>
                <a:lnTo>
                  <a:pt x="3074" y="1348"/>
                </a:lnTo>
                <a:lnTo>
                  <a:pt x="3214" y="1348"/>
                </a:lnTo>
                <a:lnTo>
                  <a:pt x="3214" y="1102"/>
                </a:lnTo>
                <a:close/>
                <a:moveTo>
                  <a:pt x="3214" y="716"/>
                </a:moveTo>
                <a:lnTo>
                  <a:pt x="3250" y="716"/>
                </a:lnTo>
                <a:lnTo>
                  <a:pt x="3250" y="716"/>
                </a:lnTo>
                <a:lnTo>
                  <a:pt x="3256" y="716"/>
                </a:lnTo>
                <a:lnTo>
                  <a:pt x="3260" y="718"/>
                </a:lnTo>
                <a:lnTo>
                  <a:pt x="3266" y="722"/>
                </a:lnTo>
                <a:lnTo>
                  <a:pt x="3268" y="726"/>
                </a:lnTo>
                <a:lnTo>
                  <a:pt x="3274" y="736"/>
                </a:lnTo>
                <a:lnTo>
                  <a:pt x="3276" y="752"/>
                </a:lnTo>
                <a:lnTo>
                  <a:pt x="3276" y="988"/>
                </a:lnTo>
                <a:lnTo>
                  <a:pt x="3276" y="988"/>
                </a:lnTo>
                <a:lnTo>
                  <a:pt x="3274" y="1002"/>
                </a:lnTo>
                <a:lnTo>
                  <a:pt x="3268" y="1014"/>
                </a:lnTo>
                <a:lnTo>
                  <a:pt x="3266" y="1018"/>
                </a:lnTo>
                <a:lnTo>
                  <a:pt x="3260" y="1020"/>
                </a:lnTo>
                <a:lnTo>
                  <a:pt x="3256" y="1022"/>
                </a:lnTo>
                <a:lnTo>
                  <a:pt x="3250" y="1024"/>
                </a:lnTo>
                <a:lnTo>
                  <a:pt x="3214" y="1024"/>
                </a:lnTo>
                <a:lnTo>
                  <a:pt x="3214" y="716"/>
                </a:lnTo>
                <a:close/>
                <a:moveTo>
                  <a:pt x="4046" y="896"/>
                </a:moveTo>
                <a:lnTo>
                  <a:pt x="4052" y="896"/>
                </a:lnTo>
                <a:lnTo>
                  <a:pt x="4124" y="1348"/>
                </a:lnTo>
                <a:lnTo>
                  <a:pt x="4234" y="1348"/>
                </a:lnTo>
                <a:lnTo>
                  <a:pt x="4306" y="896"/>
                </a:lnTo>
                <a:lnTo>
                  <a:pt x="4310" y="896"/>
                </a:lnTo>
                <a:lnTo>
                  <a:pt x="4310" y="1348"/>
                </a:lnTo>
                <a:lnTo>
                  <a:pt x="4450" y="1348"/>
                </a:lnTo>
                <a:lnTo>
                  <a:pt x="4450" y="626"/>
                </a:lnTo>
                <a:lnTo>
                  <a:pt x="4270" y="626"/>
                </a:lnTo>
                <a:lnTo>
                  <a:pt x="4178" y="1134"/>
                </a:lnTo>
                <a:lnTo>
                  <a:pt x="4088" y="626"/>
                </a:lnTo>
                <a:lnTo>
                  <a:pt x="3908" y="626"/>
                </a:lnTo>
                <a:lnTo>
                  <a:pt x="3908" y="1348"/>
                </a:lnTo>
                <a:lnTo>
                  <a:pt x="4046" y="1348"/>
                </a:lnTo>
                <a:lnTo>
                  <a:pt x="4046" y="896"/>
                </a:lnTo>
                <a:close/>
                <a:moveTo>
                  <a:pt x="3600" y="1348"/>
                </a:moveTo>
                <a:lnTo>
                  <a:pt x="3716" y="1348"/>
                </a:lnTo>
                <a:lnTo>
                  <a:pt x="3716" y="1348"/>
                </a:lnTo>
                <a:lnTo>
                  <a:pt x="3732" y="1348"/>
                </a:lnTo>
                <a:lnTo>
                  <a:pt x="3748" y="1344"/>
                </a:lnTo>
                <a:lnTo>
                  <a:pt x="3762" y="1340"/>
                </a:lnTo>
                <a:lnTo>
                  <a:pt x="3772" y="1336"/>
                </a:lnTo>
                <a:lnTo>
                  <a:pt x="3782" y="1328"/>
                </a:lnTo>
                <a:lnTo>
                  <a:pt x="3790" y="1320"/>
                </a:lnTo>
                <a:lnTo>
                  <a:pt x="3798" y="1312"/>
                </a:lnTo>
                <a:lnTo>
                  <a:pt x="3804" y="1302"/>
                </a:lnTo>
                <a:lnTo>
                  <a:pt x="3812" y="1282"/>
                </a:lnTo>
                <a:lnTo>
                  <a:pt x="3816" y="1260"/>
                </a:lnTo>
                <a:lnTo>
                  <a:pt x="3818" y="1240"/>
                </a:lnTo>
                <a:lnTo>
                  <a:pt x="3818" y="1220"/>
                </a:lnTo>
                <a:lnTo>
                  <a:pt x="3818" y="756"/>
                </a:lnTo>
                <a:lnTo>
                  <a:pt x="3818" y="756"/>
                </a:lnTo>
                <a:lnTo>
                  <a:pt x="3818" y="734"/>
                </a:lnTo>
                <a:lnTo>
                  <a:pt x="3816" y="714"/>
                </a:lnTo>
                <a:lnTo>
                  <a:pt x="3812" y="692"/>
                </a:lnTo>
                <a:lnTo>
                  <a:pt x="3804" y="672"/>
                </a:lnTo>
                <a:lnTo>
                  <a:pt x="3798" y="662"/>
                </a:lnTo>
                <a:lnTo>
                  <a:pt x="3790" y="654"/>
                </a:lnTo>
                <a:lnTo>
                  <a:pt x="3782" y="646"/>
                </a:lnTo>
                <a:lnTo>
                  <a:pt x="3772" y="638"/>
                </a:lnTo>
                <a:lnTo>
                  <a:pt x="3762" y="634"/>
                </a:lnTo>
                <a:lnTo>
                  <a:pt x="3748" y="630"/>
                </a:lnTo>
                <a:lnTo>
                  <a:pt x="3732" y="626"/>
                </a:lnTo>
                <a:lnTo>
                  <a:pt x="3716" y="626"/>
                </a:lnTo>
                <a:lnTo>
                  <a:pt x="3600" y="626"/>
                </a:lnTo>
                <a:lnTo>
                  <a:pt x="3600" y="626"/>
                </a:lnTo>
                <a:lnTo>
                  <a:pt x="3582" y="626"/>
                </a:lnTo>
                <a:lnTo>
                  <a:pt x="3568" y="630"/>
                </a:lnTo>
                <a:lnTo>
                  <a:pt x="3554" y="634"/>
                </a:lnTo>
                <a:lnTo>
                  <a:pt x="3542" y="638"/>
                </a:lnTo>
                <a:lnTo>
                  <a:pt x="3534" y="646"/>
                </a:lnTo>
                <a:lnTo>
                  <a:pt x="3524" y="654"/>
                </a:lnTo>
                <a:lnTo>
                  <a:pt x="3518" y="662"/>
                </a:lnTo>
                <a:lnTo>
                  <a:pt x="3512" y="672"/>
                </a:lnTo>
                <a:lnTo>
                  <a:pt x="3504" y="692"/>
                </a:lnTo>
                <a:lnTo>
                  <a:pt x="3500" y="714"/>
                </a:lnTo>
                <a:lnTo>
                  <a:pt x="3498" y="734"/>
                </a:lnTo>
                <a:lnTo>
                  <a:pt x="3496" y="756"/>
                </a:lnTo>
                <a:lnTo>
                  <a:pt x="3496" y="1220"/>
                </a:lnTo>
                <a:lnTo>
                  <a:pt x="3496" y="1220"/>
                </a:lnTo>
                <a:lnTo>
                  <a:pt x="3498" y="1240"/>
                </a:lnTo>
                <a:lnTo>
                  <a:pt x="3500" y="1260"/>
                </a:lnTo>
                <a:lnTo>
                  <a:pt x="3504" y="1282"/>
                </a:lnTo>
                <a:lnTo>
                  <a:pt x="3512" y="1302"/>
                </a:lnTo>
                <a:lnTo>
                  <a:pt x="3518" y="1312"/>
                </a:lnTo>
                <a:lnTo>
                  <a:pt x="3524" y="1320"/>
                </a:lnTo>
                <a:lnTo>
                  <a:pt x="3534" y="1328"/>
                </a:lnTo>
                <a:lnTo>
                  <a:pt x="3542" y="1336"/>
                </a:lnTo>
                <a:lnTo>
                  <a:pt x="3554" y="1340"/>
                </a:lnTo>
                <a:lnTo>
                  <a:pt x="3568" y="1344"/>
                </a:lnTo>
                <a:lnTo>
                  <a:pt x="3582" y="1348"/>
                </a:lnTo>
                <a:lnTo>
                  <a:pt x="3600" y="1348"/>
                </a:lnTo>
                <a:lnTo>
                  <a:pt x="3600" y="1348"/>
                </a:lnTo>
                <a:close/>
                <a:moveTo>
                  <a:pt x="3628" y="1230"/>
                </a:moveTo>
                <a:lnTo>
                  <a:pt x="3628" y="746"/>
                </a:lnTo>
                <a:lnTo>
                  <a:pt x="3628" y="742"/>
                </a:lnTo>
                <a:lnTo>
                  <a:pt x="3628" y="740"/>
                </a:lnTo>
                <a:lnTo>
                  <a:pt x="3628" y="740"/>
                </a:lnTo>
                <a:lnTo>
                  <a:pt x="3630" y="730"/>
                </a:lnTo>
                <a:lnTo>
                  <a:pt x="3638" y="722"/>
                </a:lnTo>
                <a:lnTo>
                  <a:pt x="3646" y="718"/>
                </a:lnTo>
                <a:lnTo>
                  <a:pt x="3658" y="716"/>
                </a:lnTo>
                <a:lnTo>
                  <a:pt x="3658" y="716"/>
                </a:lnTo>
                <a:lnTo>
                  <a:pt x="3670" y="718"/>
                </a:lnTo>
                <a:lnTo>
                  <a:pt x="3678" y="722"/>
                </a:lnTo>
                <a:lnTo>
                  <a:pt x="3686" y="730"/>
                </a:lnTo>
                <a:lnTo>
                  <a:pt x="3688" y="740"/>
                </a:lnTo>
                <a:lnTo>
                  <a:pt x="3688" y="742"/>
                </a:lnTo>
                <a:lnTo>
                  <a:pt x="3688" y="746"/>
                </a:lnTo>
                <a:lnTo>
                  <a:pt x="3688" y="1230"/>
                </a:lnTo>
                <a:lnTo>
                  <a:pt x="3688" y="1230"/>
                </a:lnTo>
                <a:lnTo>
                  <a:pt x="3688" y="1230"/>
                </a:lnTo>
                <a:lnTo>
                  <a:pt x="3688" y="1230"/>
                </a:lnTo>
                <a:lnTo>
                  <a:pt x="3688" y="1236"/>
                </a:lnTo>
                <a:lnTo>
                  <a:pt x="3686" y="1242"/>
                </a:lnTo>
                <a:lnTo>
                  <a:pt x="3680" y="1250"/>
                </a:lnTo>
                <a:lnTo>
                  <a:pt x="3670" y="1256"/>
                </a:lnTo>
                <a:lnTo>
                  <a:pt x="3658" y="1260"/>
                </a:lnTo>
                <a:lnTo>
                  <a:pt x="3658" y="1260"/>
                </a:lnTo>
                <a:lnTo>
                  <a:pt x="3646" y="1256"/>
                </a:lnTo>
                <a:lnTo>
                  <a:pt x="3636" y="1250"/>
                </a:lnTo>
                <a:lnTo>
                  <a:pt x="3630" y="1242"/>
                </a:lnTo>
                <a:lnTo>
                  <a:pt x="3628" y="1236"/>
                </a:lnTo>
                <a:lnTo>
                  <a:pt x="3628" y="1230"/>
                </a:lnTo>
                <a:lnTo>
                  <a:pt x="3628" y="1230"/>
                </a:lnTo>
                <a:lnTo>
                  <a:pt x="3628" y="1230"/>
                </a:lnTo>
                <a:lnTo>
                  <a:pt x="3628" y="1230"/>
                </a:lnTo>
                <a:close/>
                <a:moveTo>
                  <a:pt x="1548" y="1348"/>
                </a:moveTo>
                <a:lnTo>
                  <a:pt x="1664" y="1348"/>
                </a:lnTo>
                <a:lnTo>
                  <a:pt x="1664" y="1348"/>
                </a:lnTo>
                <a:lnTo>
                  <a:pt x="1682" y="1348"/>
                </a:lnTo>
                <a:lnTo>
                  <a:pt x="1696" y="1344"/>
                </a:lnTo>
                <a:lnTo>
                  <a:pt x="1710" y="1340"/>
                </a:lnTo>
                <a:lnTo>
                  <a:pt x="1722" y="1336"/>
                </a:lnTo>
                <a:lnTo>
                  <a:pt x="1732" y="1328"/>
                </a:lnTo>
                <a:lnTo>
                  <a:pt x="1740" y="1320"/>
                </a:lnTo>
                <a:lnTo>
                  <a:pt x="1746" y="1312"/>
                </a:lnTo>
                <a:lnTo>
                  <a:pt x="1752" y="1302"/>
                </a:lnTo>
                <a:lnTo>
                  <a:pt x="1760" y="1282"/>
                </a:lnTo>
                <a:lnTo>
                  <a:pt x="1764" y="1260"/>
                </a:lnTo>
                <a:lnTo>
                  <a:pt x="1766" y="1240"/>
                </a:lnTo>
                <a:lnTo>
                  <a:pt x="1768" y="1220"/>
                </a:lnTo>
                <a:lnTo>
                  <a:pt x="1768" y="992"/>
                </a:lnTo>
                <a:lnTo>
                  <a:pt x="1600" y="992"/>
                </a:lnTo>
                <a:lnTo>
                  <a:pt x="1600" y="1074"/>
                </a:lnTo>
                <a:lnTo>
                  <a:pt x="1638" y="1074"/>
                </a:lnTo>
                <a:lnTo>
                  <a:pt x="1638" y="1230"/>
                </a:lnTo>
                <a:lnTo>
                  <a:pt x="1638" y="1230"/>
                </a:lnTo>
                <a:lnTo>
                  <a:pt x="1638" y="1230"/>
                </a:lnTo>
                <a:lnTo>
                  <a:pt x="1638" y="1230"/>
                </a:lnTo>
                <a:lnTo>
                  <a:pt x="1636" y="1236"/>
                </a:lnTo>
                <a:lnTo>
                  <a:pt x="1634" y="1242"/>
                </a:lnTo>
                <a:lnTo>
                  <a:pt x="1628" y="1250"/>
                </a:lnTo>
                <a:lnTo>
                  <a:pt x="1618" y="1256"/>
                </a:lnTo>
                <a:lnTo>
                  <a:pt x="1606" y="1260"/>
                </a:lnTo>
                <a:lnTo>
                  <a:pt x="1606" y="1260"/>
                </a:lnTo>
                <a:lnTo>
                  <a:pt x="1594" y="1256"/>
                </a:lnTo>
                <a:lnTo>
                  <a:pt x="1584" y="1250"/>
                </a:lnTo>
                <a:lnTo>
                  <a:pt x="1578" y="1242"/>
                </a:lnTo>
                <a:lnTo>
                  <a:pt x="1576" y="1236"/>
                </a:lnTo>
                <a:lnTo>
                  <a:pt x="1576" y="1230"/>
                </a:lnTo>
                <a:lnTo>
                  <a:pt x="1576" y="1230"/>
                </a:lnTo>
                <a:lnTo>
                  <a:pt x="1576" y="1230"/>
                </a:lnTo>
                <a:lnTo>
                  <a:pt x="1576" y="746"/>
                </a:lnTo>
                <a:lnTo>
                  <a:pt x="1576" y="746"/>
                </a:lnTo>
                <a:lnTo>
                  <a:pt x="1576" y="742"/>
                </a:lnTo>
                <a:lnTo>
                  <a:pt x="1576" y="740"/>
                </a:lnTo>
                <a:lnTo>
                  <a:pt x="1576" y="740"/>
                </a:lnTo>
                <a:lnTo>
                  <a:pt x="1578" y="730"/>
                </a:lnTo>
                <a:lnTo>
                  <a:pt x="1586" y="722"/>
                </a:lnTo>
                <a:lnTo>
                  <a:pt x="1596" y="718"/>
                </a:lnTo>
                <a:lnTo>
                  <a:pt x="1606" y="716"/>
                </a:lnTo>
                <a:lnTo>
                  <a:pt x="1606" y="716"/>
                </a:lnTo>
                <a:lnTo>
                  <a:pt x="1618" y="718"/>
                </a:lnTo>
                <a:lnTo>
                  <a:pt x="1628" y="722"/>
                </a:lnTo>
                <a:lnTo>
                  <a:pt x="1634" y="730"/>
                </a:lnTo>
                <a:lnTo>
                  <a:pt x="1636" y="740"/>
                </a:lnTo>
                <a:lnTo>
                  <a:pt x="1638" y="742"/>
                </a:lnTo>
                <a:lnTo>
                  <a:pt x="1638" y="746"/>
                </a:lnTo>
                <a:lnTo>
                  <a:pt x="1638" y="856"/>
                </a:lnTo>
                <a:lnTo>
                  <a:pt x="1768" y="856"/>
                </a:lnTo>
                <a:lnTo>
                  <a:pt x="1768" y="756"/>
                </a:lnTo>
                <a:lnTo>
                  <a:pt x="1768" y="756"/>
                </a:lnTo>
                <a:lnTo>
                  <a:pt x="1766" y="734"/>
                </a:lnTo>
                <a:lnTo>
                  <a:pt x="1764" y="714"/>
                </a:lnTo>
                <a:lnTo>
                  <a:pt x="1760" y="692"/>
                </a:lnTo>
                <a:lnTo>
                  <a:pt x="1752" y="672"/>
                </a:lnTo>
                <a:lnTo>
                  <a:pt x="1746" y="662"/>
                </a:lnTo>
                <a:lnTo>
                  <a:pt x="1740" y="654"/>
                </a:lnTo>
                <a:lnTo>
                  <a:pt x="1732" y="646"/>
                </a:lnTo>
                <a:lnTo>
                  <a:pt x="1722" y="638"/>
                </a:lnTo>
                <a:lnTo>
                  <a:pt x="1710" y="634"/>
                </a:lnTo>
                <a:lnTo>
                  <a:pt x="1696" y="630"/>
                </a:lnTo>
                <a:lnTo>
                  <a:pt x="1682" y="626"/>
                </a:lnTo>
                <a:lnTo>
                  <a:pt x="1664" y="626"/>
                </a:lnTo>
                <a:lnTo>
                  <a:pt x="1548" y="626"/>
                </a:lnTo>
                <a:lnTo>
                  <a:pt x="1548" y="626"/>
                </a:lnTo>
                <a:lnTo>
                  <a:pt x="1532" y="626"/>
                </a:lnTo>
                <a:lnTo>
                  <a:pt x="1516" y="630"/>
                </a:lnTo>
                <a:lnTo>
                  <a:pt x="1502" y="634"/>
                </a:lnTo>
                <a:lnTo>
                  <a:pt x="1492" y="638"/>
                </a:lnTo>
                <a:lnTo>
                  <a:pt x="1482" y="646"/>
                </a:lnTo>
                <a:lnTo>
                  <a:pt x="1474" y="654"/>
                </a:lnTo>
                <a:lnTo>
                  <a:pt x="1466" y="662"/>
                </a:lnTo>
                <a:lnTo>
                  <a:pt x="1460" y="672"/>
                </a:lnTo>
                <a:lnTo>
                  <a:pt x="1452" y="692"/>
                </a:lnTo>
                <a:lnTo>
                  <a:pt x="1448" y="714"/>
                </a:lnTo>
                <a:lnTo>
                  <a:pt x="1446" y="734"/>
                </a:lnTo>
                <a:lnTo>
                  <a:pt x="1446" y="756"/>
                </a:lnTo>
                <a:lnTo>
                  <a:pt x="1446" y="1220"/>
                </a:lnTo>
                <a:lnTo>
                  <a:pt x="1446" y="1220"/>
                </a:lnTo>
                <a:lnTo>
                  <a:pt x="1446" y="1240"/>
                </a:lnTo>
                <a:lnTo>
                  <a:pt x="1448" y="1260"/>
                </a:lnTo>
                <a:lnTo>
                  <a:pt x="1452" y="1282"/>
                </a:lnTo>
                <a:lnTo>
                  <a:pt x="1460" y="1302"/>
                </a:lnTo>
                <a:lnTo>
                  <a:pt x="1466" y="1312"/>
                </a:lnTo>
                <a:lnTo>
                  <a:pt x="1474" y="1320"/>
                </a:lnTo>
                <a:lnTo>
                  <a:pt x="1482" y="1328"/>
                </a:lnTo>
                <a:lnTo>
                  <a:pt x="1492" y="1336"/>
                </a:lnTo>
                <a:lnTo>
                  <a:pt x="1502" y="1340"/>
                </a:lnTo>
                <a:lnTo>
                  <a:pt x="1516" y="1344"/>
                </a:lnTo>
                <a:lnTo>
                  <a:pt x="1532" y="1348"/>
                </a:lnTo>
                <a:lnTo>
                  <a:pt x="1548" y="1348"/>
                </a:lnTo>
                <a:lnTo>
                  <a:pt x="1548" y="1348"/>
                </a:lnTo>
                <a:close/>
                <a:moveTo>
                  <a:pt x="1446" y="1590"/>
                </a:moveTo>
                <a:lnTo>
                  <a:pt x="1446" y="2072"/>
                </a:lnTo>
                <a:lnTo>
                  <a:pt x="4450" y="2072"/>
                </a:lnTo>
                <a:lnTo>
                  <a:pt x="4450" y="1590"/>
                </a:lnTo>
                <a:lnTo>
                  <a:pt x="1446" y="1590"/>
                </a:lnTo>
                <a:close/>
                <a:moveTo>
                  <a:pt x="1770" y="1982"/>
                </a:moveTo>
                <a:lnTo>
                  <a:pt x="1698" y="1982"/>
                </a:lnTo>
                <a:lnTo>
                  <a:pt x="1632" y="1790"/>
                </a:lnTo>
                <a:lnTo>
                  <a:pt x="1632" y="1790"/>
                </a:lnTo>
                <a:lnTo>
                  <a:pt x="1632" y="1790"/>
                </a:lnTo>
                <a:lnTo>
                  <a:pt x="1640" y="1848"/>
                </a:lnTo>
                <a:lnTo>
                  <a:pt x="1642" y="1880"/>
                </a:lnTo>
                <a:lnTo>
                  <a:pt x="1644" y="1908"/>
                </a:lnTo>
                <a:lnTo>
                  <a:pt x="1644" y="1982"/>
                </a:lnTo>
                <a:lnTo>
                  <a:pt x="1572" y="1982"/>
                </a:lnTo>
                <a:lnTo>
                  <a:pt x="1572" y="1668"/>
                </a:lnTo>
                <a:lnTo>
                  <a:pt x="1644" y="1668"/>
                </a:lnTo>
                <a:lnTo>
                  <a:pt x="1710" y="1864"/>
                </a:lnTo>
                <a:lnTo>
                  <a:pt x="1710" y="1864"/>
                </a:lnTo>
                <a:lnTo>
                  <a:pt x="1710" y="1864"/>
                </a:lnTo>
                <a:lnTo>
                  <a:pt x="1708" y="1836"/>
                </a:lnTo>
                <a:lnTo>
                  <a:pt x="1704" y="1806"/>
                </a:lnTo>
                <a:lnTo>
                  <a:pt x="1700" y="1774"/>
                </a:lnTo>
                <a:lnTo>
                  <a:pt x="1698" y="1746"/>
                </a:lnTo>
                <a:lnTo>
                  <a:pt x="1698" y="1668"/>
                </a:lnTo>
                <a:lnTo>
                  <a:pt x="1770" y="1668"/>
                </a:lnTo>
                <a:lnTo>
                  <a:pt x="1770" y="1982"/>
                </a:lnTo>
                <a:close/>
                <a:moveTo>
                  <a:pt x="2628" y="1726"/>
                </a:moveTo>
                <a:lnTo>
                  <a:pt x="2528" y="1726"/>
                </a:lnTo>
                <a:lnTo>
                  <a:pt x="2528" y="1788"/>
                </a:lnTo>
                <a:lnTo>
                  <a:pt x="2618" y="1788"/>
                </a:lnTo>
                <a:lnTo>
                  <a:pt x="2618" y="1848"/>
                </a:lnTo>
                <a:lnTo>
                  <a:pt x="2528" y="1848"/>
                </a:lnTo>
                <a:lnTo>
                  <a:pt x="2528" y="1922"/>
                </a:lnTo>
                <a:lnTo>
                  <a:pt x="2628" y="1922"/>
                </a:lnTo>
                <a:lnTo>
                  <a:pt x="2628" y="1982"/>
                </a:lnTo>
                <a:lnTo>
                  <a:pt x="2452" y="1982"/>
                </a:lnTo>
                <a:lnTo>
                  <a:pt x="2452" y="1668"/>
                </a:lnTo>
                <a:lnTo>
                  <a:pt x="2628" y="1668"/>
                </a:lnTo>
                <a:lnTo>
                  <a:pt x="2628" y="1726"/>
                </a:lnTo>
                <a:close/>
                <a:moveTo>
                  <a:pt x="3476" y="1726"/>
                </a:moveTo>
                <a:lnTo>
                  <a:pt x="3374" y="1726"/>
                </a:lnTo>
                <a:lnTo>
                  <a:pt x="3374" y="1788"/>
                </a:lnTo>
                <a:lnTo>
                  <a:pt x="3464" y="1788"/>
                </a:lnTo>
                <a:lnTo>
                  <a:pt x="3464" y="1848"/>
                </a:lnTo>
                <a:lnTo>
                  <a:pt x="3374" y="1848"/>
                </a:lnTo>
                <a:lnTo>
                  <a:pt x="3374" y="1982"/>
                </a:lnTo>
                <a:lnTo>
                  <a:pt x="3298" y="1982"/>
                </a:lnTo>
                <a:lnTo>
                  <a:pt x="3298" y="1668"/>
                </a:lnTo>
                <a:lnTo>
                  <a:pt x="3476" y="1668"/>
                </a:lnTo>
                <a:lnTo>
                  <a:pt x="3476" y="1726"/>
                </a:lnTo>
                <a:close/>
                <a:moveTo>
                  <a:pt x="4324" y="1726"/>
                </a:moveTo>
                <a:lnTo>
                  <a:pt x="4268" y="1726"/>
                </a:lnTo>
                <a:lnTo>
                  <a:pt x="4268" y="1982"/>
                </a:lnTo>
                <a:lnTo>
                  <a:pt x="4198" y="1982"/>
                </a:lnTo>
                <a:lnTo>
                  <a:pt x="4198" y="1726"/>
                </a:lnTo>
                <a:lnTo>
                  <a:pt x="4138" y="1726"/>
                </a:lnTo>
                <a:lnTo>
                  <a:pt x="4138" y="1668"/>
                </a:lnTo>
                <a:lnTo>
                  <a:pt x="4324" y="1668"/>
                </a:lnTo>
                <a:lnTo>
                  <a:pt x="4324" y="1726"/>
                </a:lnTo>
                <a:close/>
                <a:moveTo>
                  <a:pt x="878" y="1100"/>
                </a:moveTo>
                <a:lnTo>
                  <a:pt x="878" y="1100"/>
                </a:lnTo>
                <a:lnTo>
                  <a:pt x="906" y="1160"/>
                </a:lnTo>
                <a:lnTo>
                  <a:pt x="936" y="1218"/>
                </a:lnTo>
                <a:lnTo>
                  <a:pt x="966" y="1268"/>
                </a:lnTo>
                <a:lnTo>
                  <a:pt x="994" y="1308"/>
                </a:lnTo>
                <a:lnTo>
                  <a:pt x="994" y="1308"/>
                </a:lnTo>
                <a:lnTo>
                  <a:pt x="1014" y="1278"/>
                </a:lnTo>
                <a:lnTo>
                  <a:pt x="1040" y="1240"/>
                </a:lnTo>
                <a:lnTo>
                  <a:pt x="1066" y="1190"/>
                </a:lnTo>
                <a:lnTo>
                  <a:pt x="1094" y="1130"/>
                </a:lnTo>
                <a:lnTo>
                  <a:pt x="1122" y="1064"/>
                </a:lnTo>
                <a:lnTo>
                  <a:pt x="1136" y="1026"/>
                </a:lnTo>
                <a:lnTo>
                  <a:pt x="1148" y="988"/>
                </a:lnTo>
                <a:lnTo>
                  <a:pt x="1160" y="948"/>
                </a:lnTo>
                <a:lnTo>
                  <a:pt x="1170" y="906"/>
                </a:lnTo>
                <a:lnTo>
                  <a:pt x="1178" y="862"/>
                </a:lnTo>
                <a:lnTo>
                  <a:pt x="1186" y="818"/>
                </a:lnTo>
                <a:lnTo>
                  <a:pt x="1186" y="818"/>
                </a:lnTo>
                <a:lnTo>
                  <a:pt x="1192" y="768"/>
                </a:lnTo>
                <a:lnTo>
                  <a:pt x="1196" y="718"/>
                </a:lnTo>
                <a:lnTo>
                  <a:pt x="1198" y="668"/>
                </a:lnTo>
                <a:lnTo>
                  <a:pt x="1198" y="618"/>
                </a:lnTo>
                <a:lnTo>
                  <a:pt x="1194" y="562"/>
                </a:lnTo>
                <a:lnTo>
                  <a:pt x="1186" y="504"/>
                </a:lnTo>
                <a:lnTo>
                  <a:pt x="1176" y="442"/>
                </a:lnTo>
                <a:lnTo>
                  <a:pt x="1162" y="374"/>
                </a:lnTo>
                <a:lnTo>
                  <a:pt x="1162" y="374"/>
                </a:lnTo>
                <a:lnTo>
                  <a:pt x="1152" y="338"/>
                </a:lnTo>
                <a:lnTo>
                  <a:pt x="1142" y="304"/>
                </a:lnTo>
                <a:lnTo>
                  <a:pt x="1132" y="270"/>
                </a:lnTo>
                <a:lnTo>
                  <a:pt x="1120" y="238"/>
                </a:lnTo>
                <a:lnTo>
                  <a:pt x="1094" y="178"/>
                </a:lnTo>
                <a:lnTo>
                  <a:pt x="1066" y="124"/>
                </a:lnTo>
                <a:lnTo>
                  <a:pt x="1042" y="78"/>
                </a:lnTo>
                <a:lnTo>
                  <a:pt x="1020" y="42"/>
                </a:lnTo>
                <a:lnTo>
                  <a:pt x="992" y="0"/>
                </a:lnTo>
                <a:lnTo>
                  <a:pt x="992" y="0"/>
                </a:lnTo>
                <a:lnTo>
                  <a:pt x="964" y="44"/>
                </a:lnTo>
                <a:lnTo>
                  <a:pt x="944" y="78"/>
                </a:lnTo>
                <a:lnTo>
                  <a:pt x="922" y="118"/>
                </a:lnTo>
                <a:lnTo>
                  <a:pt x="900" y="164"/>
                </a:lnTo>
                <a:lnTo>
                  <a:pt x="876" y="216"/>
                </a:lnTo>
                <a:lnTo>
                  <a:pt x="856" y="270"/>
                </a:lnTo>
                <a:lnTo>
                  <a:pt x="836" y="326"/>
                </a:lnTo>
                <a:lnTo>
                  <a:pt x="836" y="326"/>
                </a:lnTo>
                <a:lnTo>
                  <a:pt x="820" y="390"/>
                </a:lnTo>
                <a:lnTo>
                  <a:pt x="808" y="450"/>
                </a:lnTo>
                <a:lnTo>
                  <a:pt x="798" y="510"/>
                </a:lnTo>
                <a:lnTo>
                  <a:pt x="792" y="570"/>
                </a:lnTo>
                <a:lnTo>
                  <a:pt x="790" y="628"/>
                </a:lnTo>
                <a:lnTo>
                  <a:pt x="790" y="684"/>
                </a:lnTo>
                <a:lnTo>
                  <a:pt x="792" y="742"/>
                </a:lnTo>
                <a:lnTo>
                  <a:pt x="798" y="798"/>
                </a:lnTo>
                <a:lnTo>
                  <a:pt x="798" y="798"/>
                </a:lnTo>
                <a:lnTo>
                  <a:pt x="806" y="852"/>
                </a:lnTo>
                <a:lnTo>
                  <a:pt x="818" y="908"/>
                </a:lnTo>
                <a:lnTo>
                  <a:pt x="830" y="958"/>
                </a:lnTo>
                <a:lnTo>
                  <a:pt x="844" y="1004"/>
                </a:lnTo>
                <a:lnTo>
                  <a:pt x="868" y="1074"/>
                </a:lnTo>
                <a:lnTo>
                  <a:pt x="878" y="1100"/>
                </a:lnTo>
                <a:lnTo>
                  <a:pt x="878" y="1100"/>
                </a:lnTo>
                <a:close/>
                <a:moveTo>
                  <a:pt x="992" y="1260"/>
                </a:moveTo>
                <a:lnTo>
                  <a:pt x="992" y="1260"/>
                </a:lnTo>
                <a:lnTo>
                  <a:pt x="976" y="1222"/>
                </a:lnTo>
                <a:lnTo>
                  <a:pt x="966" y="1198"/>
                </a:lnTo>
                <a:lnTo>
                  <a:pt x="956" y="1172"/>
                </a:lnTo>
                <a:lnTo>
                  <a:pt x="948" y="1140"/>
                </a:lnTo>
                <a:lnTo>
                  <a:pt x="942" y="1104"/>
                </a:lnTo>
                <a:lnTo>
                  <a:pt x="938" y="1066"/>
                </a:lnTo>
                <a:lnTo>
                  <a:pt x="934" y="1022"/>
                </a:lnTo>
                <a:lnTo>
                  <a:pt x="934" y="1022"/>
                </a:lnTo>
                <a:lnTo>
                  <a:pt x="936" y="980"/>
                </a:lnTo>
                <a:lnTo>
                  <a:pt x="942" y="940"/>
                </a:lnTo>
                <a:lnTo>
                  <a:pt x="950" y="904"/>
                </a:lnTo>
                <a:lnTo>
                  <a:pt x="958" y="870"/>
                </a:lnTo>
                <a:lnTo>
                  <a:pt x="968" y="840"/>
                </a:lnTo>
                <a:lnTo>
                  <a:pt x="978" y="816"/>
                </a:lnTo>
                <a:lnTo>
                  <a:pt x="988" y="798"/>
                </a:lnTo>
                <a:lnTo>
                  <a:pt x="994" y="788"/>
                </a:lnTo>
                <a:lnTo>
                  <a:pt x="994" y="788"/>
                </a:lnTo>
                <a:lnTo>
                  <a:pt x="1006" y="814"/>
                </a:lnTo>
                <a:lnTo>
                  <a:pt x="1016" y="836"/>
                </a:lnTo>
                <a:lnTo>
                  <a:pt x="1024" y="864"/>
                </a:lnTo>
                <a:lnTo>
                  <a:pt x="1034" y="894"/>
                </a:lnTo>
                <a:lnTo>
                  <a:pt x="1042" y="930"/>
                </a:lnTo>
                <a:lnTo>
                  <a:pt x="1048" y="970"/>
                </a:lnTo>
                <a:lnTo>
                  <a:pt x="1050" y="1012"/>
                </a:lnTo>
                <a:lnTo>
                  <a:pt x="1050" y="1012"/>
                </a:lnTo>
                <a:lnTo>
                  <a:pt x="1050" y="1054"/>
                </a:lnTo>
                <a:lnTo>
                  <a:pt x="1046" y="1094"/>
                </a:lnTo>
                <a:lnTo>
                  <a:pt x="1040" y="1130"/>
                </a:lnTo>
                <a:lnTo>
                  <a:pt x="1032" y="1164"/>
                </a:lnTo>
                <a:lnTo>
                  <a:pt x="1022" y="1194"/>
                </a:lnTo>
                <a:lnTo>
                  <a:pt x="1012" y="1220"/>
                </a:lnTo>
                <a:lnTo>
                  <a:pt x="1002" y="1242"/>
                </a:lnTo>
                <a:lnTo>
                  <a:pt x="992" y="1260"/>
                </a:lnTo>
                <a:lnTo>
                  <a:pt x="992" y="1260"/>
                </a:lnTo>
                <a:close/>
                <a:moveTo>
                  <a:pt x="838" y="624"/>
                </a:moveTo>
                <a:lnTo>
                  <a:pt x="838" y="624"/>
                </a:lnTo>
                <a:lnTo>
                  <a:pt x="840" y="586"/>
                </a:lnTo>
                <a:lnTo>
                  <a:pt x="844" y="550"/>
                </a:lnTo>
                <a:lnTo>
                  <a:pt x="854" y="480"/>
                </a:lnTo>
                <a:lnTo>
                  <a:pt x="868" y="420"/>
                </a:lnTo>
                <a:lnTo>
                  <a:pt x="878" y="376"/>
                </a:lnTo>
                <a:lnTo>
                  <a:pt x="878" y="376"/>
                </a:lnTo>
                <a:lnTo>
                  <a:pt x="896" y="320"/>
                </a:lnTo>
                <a:lnTo>
                  <a:pt x="916" y="268"/>
                </a:lnTo>
                <a:lnTo>
                  <a:pt x="932" y="224"/>
                </a:lnTo>
                <a:lnTo>
                  <a:pt x="950" y="186"/>
                </a:lnTo>
                <a:lnTo>
                  <a:pt x="976" y="130"/>
                </a:lnTo>
                <a:lnTo>
                  <a:pt x="992" y="102"/>
                </a:lnTo>
                <a:lnTo>
                  <a:pt x="992" y="102"/>
                </a:lnTo>
                <a:lnTo>
                  <a:pt x="1010" y="132"/>
                </a:lnTo>
                <a:lnTo>
                  <a:pt x="1040" y="194"/>
                </a:lnTo>
                <a:lnTo>
                  <a:pt x="1058" y="234"/>
                </a:lnTo>
                <a:lnTo>
                  <a:pt x="1076" y="276"/>
                </a:lnTo>
                <a:lnTo>
                  <a:pt x="1092" y="324"/>
                </a:lnTo>
                <a:lnTo>
                  <a:pt x="1108" y="372"/>
                </a:lnTo>
                <a:lnTo>
                  <a:pt x="1108" y="372"/>
                </a:lnTo>
                <a:lnTo>
                  <a:pt x="1120" y="420"/>
                </a:lnTo>
                <a:lnTo>
                  <a:pt x="1130" y="468"/>
                </a:lnTo>
                <a:lnTo>
                  <a:pt x="1138" y="514"/>
                </a:lnTo>
                <a:lnTo>
                  <a:pt x="1142" y="556"/>
                </a:lnTo>
                <a:lnTo>
                  <a:pt x="1146" y="598"/>
                </a:lnTo>
                <a:lnTo>
                  <a:pt x="1148" y="636"/>
                </a:lnTo>
                <a:lnTo>
                  <a:pt x="1150" y="700"/>
                </a:lnTo>
                <a:lnTo>
                  <a:pt x="1150" y="700"/>
                </a:lnTo>
                <a:lnTo>
                  <a:pt x="1146" y="754"/>
                </a:lnTo>
                <a:lnTo>
                  <a:pt x="1142" y="808"/>
                </a:lnTo>
                <a:lnTo>
                  <a:pt x="1136" y="856"/>
                </a:lnTo>
                <a:lnTo>
                  <a:pt x="1128" y="896"/>
                </a:lnTo>
                <a:lnTo>
                  <a:pt x="1128" y="896"/>
                </a:lnTo>
                <a:lnTo>
                  <a:pt x="1128" y="864"/>
                </a:lnTo>
                <a:lnTo>
                  <a:pt x="1128" y="832"/>
                </a:lnTo>
                <a:lnTo>
                  <a:pt x="1124" y="760"/>
                </a:lnTo>
                <a:lnTo>
                  <a:pt x="1116" y="686"/>
                </a:lnTo>
                <a:lnTo>
                  <a:pt x="1104" y="616"/>
                </a:lnTo>
                <a:lnTo>
                  <a:pt x="1104" y="616"/>
                </a:lnTo>
                <a:lnTo>
                  <a:pt x="1096" y="580"/>
                </a:lnTo>
                <a:lnTo>
                  <a:pt x="1084" y="542"/>
                </a:lnTo>
                <a:lnTo>
                  <a:pt x="1072" y="500"/>
                </a:lnTo>
                <a:lnTo>
                  <a:pt x="1056" y="458"/>
                </a:lnTo>
                <a:lnTo>
                  <a:pt x="1040" y="416"/>
                </a:lnTo>
                <a:lnTo>
                  <a:pt x="1024" y="378"/>
                </a:lnTo>
                <a:lnTo>
                  <a:pt x="1008" y="344"/>
                </a:lnTo>
                <a:lnTo>
                  <a:pt x="992" y="314"/>
                </a:lnTo>
                <a:lnTo>
                  <a:pt x="992" y="314"/>
                </a:lnTo>
                <a:lnTo>
                  <a:pt x="978" y="342"/>
                </a:lnTo>
                <a:lnTo>
                  <a:pt x="962" y="374"/>
                </a:lnTo>
                <a:lnTo>
                  <a:pt x="948" y="408"/>
                </a:lnTo>
                <a:lnTo>
                  <a:pt x="932" y="448"/>
                </a:lnTo>
                <a:lnTo>
                  <a:pt x="918" y="488"/>
                </a:lnTo>
                <a:lnTo>
                  <a:pt x="904" y="532"/>
                </a:lnTo>
                <a:lnTo>
                  <a:pt x="892" y="574"/>
                </a:lnTo>
                <a:lnTo>
                  <a:pt x="882" y="616"/>
                </a:lnTo>
                <a:lnTo>
                  <a:pt x="882" y="616"/>
                </a:lnTo>
                <a:lnTo>
                  <a:pt x="874" y="658"/>
                </a:lnTo>
                <a:lnTo>
                  <a:pt x="868" y="700"/>
                </a:lnTo>
                <a:lnTo>
                  <a:pt x="864" y="742"/>
                </a:lnTo>
                <a:lnTo>
                  <a:pt x="860" y="784"/>
                </a:lnTo>
                <a:lnTo>
                  <a:pt x="858" y="854"/>
                </a:lnTo>
                <a:lnTo>
                  <a:pt x="856" y="898"/>
                </a:lnTo>
                <a:lnTo>
                  <a:pt x="856" y="898"/>
                </a:lnTo>
                <a:lnTo>
                  <a:pt x="850" y="858"/>
                </a:lnTo>
                <a:lnTo>
                  <a:pt x="844" y="794"/>
                </a:lnTo>
                <a:lnTo>
                  <a:pt x="838" y="714"/>
                </a:lnTo>
                <a:lnTo>
                  <a:pt x="838" y="670"/>
                </a:lnTo>
                <a:lnTo>
                  <a:pt x="838" y="624"/>
                </a:lnTo>
                <a:lnTo>
                  <a:pt x="838" y="624"/>
                </a:lnTo>
                <a:close/>
                <a:moveTo>
                  <a:pt x="724" y="1576"/>
                </a:moveTo>
                <a:lnTo>
                  <a:pt x="724" y="1576"/>
                </a:lnTo>
                <a:lnTo>
                  <a:pt x="724" y="1574"/>
                </a:lnTo>
                <a:lnTo>
                  <a:pt x="724" y="1574"/>
                </a:lnTo>
                <a:lnTo>
                  <a:pt x="740" y="1560"/>
                </a:lnTo>
                <a:lnTo>
                  <a:pt x="756" y="1548"/>
                </a:lnTo>
                <a:lnTo>
                  <a:pt x="774" y="1538"/>
                </a:lnTo>
                <a:lnTo>
                  <a:pt x="792" y="1530"/>
                </a:lnTo>
                <a:lnTo>
                  <a:pt x="810" y="1524"/>
                </a:lnTo>
                <a:lnTo>
                  <a:pt x="830" y="1520"/>
                </a:lnTo>
                <a:lnTo>
                  <a:pt x="850" y="1516"/>
                </a:lnTo>
                <a:lnTo>
                  <a:pt x="868" y="1516"/>
                </a:lnTo>
                <a:lnTo>
                  <a:pt x="888" y="1516"/>
                </a:lnTo>
                <a:lnTo>
                  <a:pt x="908" y="1520"/>
                </a:lnTo>
                <a:lnTo>
                  <a:pt x="926" y="1524"/>
                </a:lnTo>
                <a:lnTo>
                  <a:pt x="946" y="1530"/>
                </a:lnTo>
                <a:lnTo>
                  <a:pt x="964" y="1538"/>
                </a:lnTo>
                <a:lnTo>
                  <a:pt x="980" y="1548"/>
                </a:lnTo>
                <a:lnTo>
                  <a:pt x="998" y="1560"/>
                </a:lnTo>
                <a:lnTo>
                  <a:pt x="1012" y="1574"/>
                </a:lnTo>
                <a:lnTo>
                  <a:pt x="1012" y="1574"/>
                </a:lnTo>
                <a:lnTo>
                  <a:pt x="1026" y="1590"/>
                </a:lnTo>
                <a:lnTo>
                  <a:pt x="1038" y="1606"/>
                </a:lnTo>
                <a:lnTo>
                  <a:pt x="1048" y="1624"/>
                </a:lnTo>
                <a:lnTo>
                  <a:pt x="1058" y="1642"/>
                </a:lnTo>
                <a:lnTo>
                  <a:pt x="1064" y="1660"/>
                </a:lnTo>
                <a:lnTo>
                  <a:pt x="1068" y="1680"/>
                </a:lnTo>
                <a:lnTo>
                  <a:pt x="1072" y="1698"/>
                </a:lnTo>
                <a:lnTo>
                  <a:pt x="1072" y="1718"/>
                </a:lnTo>
                <a:lnTo>
                  <a:pt x="1072" y="1738"/>
                </a:lnTo>
                <a:lnTo>
                  <a:pt x="1068" y="1756"/>
                </a:lnTo>
                <a:lnTo>
                  <a:pt x="1064" y="1776"/>
                </a:lnTo>
                <a:lnTo>
                  <a:pt x="1058" y="1794"/>
                </a:lnTo>
                <a:lnTo>
                  <a:pt x="1048" y="1812"/>
                </a:lnTo>
                <a:lnTo>
                  <a:pt x="1038" y="1830"/>
                </a:lnTo>
                <a:lnTo>
                  <a:pt x="1026" y="1846"/>
                </a:lnTo>
                <a:lnTo>
                  <a:pt x="1012" y="1862"/>
                </a:lnTo>
                <a:lnTo>
                  <a:pt x="1012" y="1862"/>
                </a:lnTo>
                <a:lnTo>
                  <a:pt x="1012" y="1862"/>
                </a:lnTo>
                <a:lnTo>
                  <a:pt x="1012" y="1862"/>
                </a:lnTo>
                <a:lnTo>
                  <a:pt x="1012" y="1862"/>
                </a:lnTo>
                <a:lnTo>
                  <a:pt x="1012" y="1862"/>
                </a:lnTo>
                <a:lnTo>
                  <a:pt x="1010" y="1864"/>
                </a:lnTo>
                <a:lnTo>
                  <a:pt x="1010" y="1864"/>
                </a:lnTo>
                <a:lnTo>
                  <a:pt x="980" y="1892"/>
                </a:lnTo>
                <a:lnTo>
                  <a:pt x="946" y="1914"/>
                </a:lnTo>
                <a:lnTo>
                  <a:pt x="912" y="1936"/>
                </a:lnTo>
                <a:lnTo>
                  <a:pt x="876" y="1952"/>
                </a:lnTo>
                <a:lnTo>
                  <a:pt x="840" y="1964"/>
                </a:lnTo>
                <a:lnTo>
                  <a:pt x="802" y="1974"/>
                </a:lnTo>
                <a:lnTo>
                  <a:pt x="762" y="1980"/>
                </a:lnTo>
                <a:lnTo>
                  <a:pt x="724" y="1982"/>
                </a:lnTo>
                <a:lnTo>
                  <a:pt x="724" y="1982"/>
                </a:lnTo>
                <a:lnTo>
                  <a:pt x="684" y="1980"/>
                </a:lnTo>
                <a:lnTo>
                  <a:pt x="646" y="1974"/>
                </a:lnTo>
                <a:lnTo>
                  <a:pt x="608" y="1964"/>
                </a:lnTo>
                <a:lnTo>
                  <a:pt x="570" y="1952"/>
                </a:lnTo>
                <a:lnTo>
                  <a:pt x="534" y="1934"/>
                </a:lnTo>
                <a:lnTo>
                  <a:pt x="500" y="1914"/>
                </a:lnTo>
                <a:lnTo>
                  <a:pt x="468" y="1890"/>
                </a:lnTo>
                <a:lnTo>
                  <a:pt x="436" y="1862"/>
                </a:lnTo>
                <a:lnTo>
                  <a:pt x="436" y="1862"/>
                </a:lnTo>
                <a:lnTo>
                  <a:pt x="412" y="1836"/>
                </a:lnTo>
                <a:lnTo>
                  <a:pt x="390" y="1806"/>
                </a:lnTo>
                <a:lnTo>
                  <a:pt x="370" y="1776"/>
                </a:lnTo>
                <a:lnTo>
                  <a:pt x="354" y="1746"/>
                </a:lnTo>
                <a:lnTo>
                  <a:pt x="342" y="1714"/>
                </a:lnTo>
                <a:lnTo>
                  <a:pt x="332" y="1680"/>
                </a:lnTo>
                <a:lnTo>
                  <a:pt x="324" y="1648"/>
                </a:lnTo>
                <a:lnTo>
                  <a:pt x="320" y="1614"/>
                </a:lnTo>
                <a:lnTo>
                  <a:pt x="318" y="1578"/>
                </a:lnTo>
                <a:lnTo>
                  <a:pt x="318" y="1544"/>
                </a:lnTo>
                <a:lnTo>
                  <a:pt x="322" y="1510"/>
                </a:lnTo>
                <a:lnTo>
                  <a:pt x="330" y="1478"/>
                </a:lnTo>
                <a:lnTo>
                  <a:pt x="340" y="1444"/>
                </a:lnTo>
                <a:lnTo>
                  <a:pt x="352" y="1412"/>
                </a:lnTo>
                <a:lnTo>
                  <a:pt x="368" y="1380"/>
                </a:lnTo>
                <a:lnTo>
                  <a:pt x="386" y="1350"/>
                </a:lnTo>
                <a:lnTo>
                  <a:pt x="386" y="1350"/>
                </a:lnTo>
                <a:lnTo>
                  <a:pt x="410" y="1320"/>
                </a:lnTo>
                <a:lnTo>
                  <a:pt x="436" y="1290"/>
                </a:lnTo>
                <a:lnTo>
                  <a:pt x="436" y="1290"/>
                </a:lnTo>
                <a:lnTo>
                  <a:pt x="468" y="1262"/>
                </a:lnTo>
                <a:lnTo>
                  <a:pt x="500" y="1238"/>
                </a:lnTo>
                <a:lnTo>
                  <a:pt x="534" y="1218"/>
                </a:lnTo>
                <a:lnTo>
                  <a:pt x="570" y="1202"/>
                </a:lnTo>
                <a:lnTo>
                  <a:pt x="608" y="1188"/>
                </a:lnTo>
                <a:lnTo>
                  <a:pt x="646" y="1178"/>
                </a:lnTo>
                <a:lnTo>
                  <a:pt x="684" y="1174"/>
                </a:lnTo>
                <a:lnTo>
                  <a:pt x="724" y="1172"/>
                </a:lnTo>
                <a:lnTo>
                  <a:pt x="724" y="630"/>
                </a:lnTo>
                <a:lnTo>
                  <a:pt x="724" y="630"/>
                </a:lnTo>
                <a:lnTo>
                  <a:pt x="686" y="630"/>
                </a:lnTo>
                <a:lnTo>
                  <a:pt x="650" y="634"/>
                </a:lnTo>
                <a:lnTo>
                  <a:pt x="614" y="638"/>
                </a:lnTo>
                <a:lnTo>
                  <a:pt x="578" y="644"/>
                </a:lnTo>
                <a:lnTo>
                  <a:pt x="542" y="652"/>
                </a:lnTo>
                <a:lnTo>
                  <a:pt x="508" y="662"/>
                </a:lnTo>
                <a:lnTo>
                  <a:pt x="474" y="674"/>
                </a:lnTo>
                <a:lnTo>
                  <a:pt x="442" y="686"/>
                </a:lnTo>
                <a:lnTo>
                  <a:pt x="410" y="700"/>
                </a:lnTo>
                <a:lnTo>
                  <a:pt x="378" y="716"/>
                </a:lnTo>
                <a:lnTo>
                  <a:pt x="348" y="734"/>
                </a:lnTo>
                <a:lnTo>
                  <a:pt x="320" y="752"/>
                </a:lnTo>
                <a:lnTo>
                  <a:pt x="290" y="772"/>
                </a:lnTo>
                <a:lnTo>
                  <a:pt x="264" y="794"/>
                </a:lnTo>
                <a:lnTo>
                  <a:pt x="238" y="816"/>
                </a:lnTo>
                <a:lnTo>
                  <a:pt x="212" y="840"/>
                </a:lnTo>
                <a:lnTo>
                  <a:pt x="188" y="866"/>
                </a:lnTo>
                <a:lnTo>
                  <a:pt x="166" y="892"/>
                </a:lnTo>
                <a:lnTo>
                  <a:pt x="144" y="920"/>
                </a:lnTo>
                <a:lnTo>
                  <a:pt x="124" y="948"/>
                </a:lnTo>
                <a:lnTo>
                  <a:pt x="104" y="976"/>
                </a:lnTo>
                <a:lnTo>
                  <a:pt x="88" y="1006"/>
                </a:lnTo>
                <a:lnTo>
                  <a:pt x="72" y="1038"/>
                </a:lnTo>
                <a:lnTo>
                  <a:pt x="56" y="1070"/>
                </a:lnTo>
                <a:lnTo>
                  <a:pt x="44" y="1102"/>
                </a:lnTo>
                <a:lnTo>
                  <a:pt x="32" y="1136"/>
                </a:lnTo>
                <a:lnTo>
                  <a:pt x="22" y="1170"/>
                </a:lnTo>
                <a:lnTo>
                  <a:pt x="14" y="1206"/>
                </a:lnTo>
                <a:lnTo>
                  <a:pt x="8" y="1240"/>
                </a:lnTo>
                <a:lnTo>
                  <a:pt x="4" y="1276"/>
                </a:lnTo>
                <a:lnTo>
                  <a:pt x="0" y="1314"/>
                </a:lnTo>
                <a:lnTo>
                  <a:pt x="0" y="1350"/>
                </a:lnTo>
                <a:lnTo>
                  <a:pt x="0" y="1350"/>
                </a:lnTo>
                <a:lnTo>
                  <a:pt x="0" y="1388"/>
                </a:lnTo>
                <a:lnTo>
                  <a:pt x="4" y="1424"/>
                </a:lnTo>
                <a:lnTo>
                  <a:pt x="8" y="1460"/>
                </a:lnTo>
                <a:lnTo>
                  <a:pt x="14" y="1496"/>
                </a:lnTo>
                <a:lnTo>
                  <a:pt x="22" y="1530"/>
                </a:lnTo>
                <a:lnTo>
                  <a:pt x="32" y="1564"/>
                </a:lnTo>
                <a:lnTo>
                  <a:pt x="44" y="1598"/>
                </a:lnTo>
                <a:lnTo>
                  <a:pt x="56" y="1630"/>
                </a:lnTo>
                <a:lnTo>
                  <a:pt x="72" y="1662"/>
                </a:lnTo>
                <a:lnTo>
                  <a:pt x="88" y="1694"/>
                </a:lnTo>
                <a:lnTo>
                  <a:pt x="104" y="1724"/>
                </a:lnTo>
                <a:lnTo>
                  <a:pt x="124" y="1754"/>
                </a:lnTo>
                <a:lnTo>
                  <a:pt x="144" y="1782"/>
                </a:lnTo>
                <a:lnTo>
                  <a:pt x="166" y="1808"/>
                </a:lnTo>
                <a:lnTo>
                  <a:pt x="188" y="1836"/>
                </a:lnTo>
                <a:lnTo>
                  <a:pt x="212" y="1860"/>
                </a:lnTo>
                <a:lnTo>
                  <a:pt x="238" y="1884"/>
                </a:lnTo>
                <a:lnTo>
                  <a:pt x="264" y="1906"/>
                </a:lnTo>
                <a:lnTo>
                  <a:pt x="290" y="1928"/>
                </a:lnTo>
                <a:lnTo>
                  <a:pt x="320" y="1948"/>
                </a:lnTo>
                <a:lnTo>
                  <a:pt x="348" y="1966"/>
                </a:lnTo>
                <a:lnTo>
                  <a:pt x="378" y="1984"/>
                </a:lnTo>
                <a:lnTo>
                  <a:pt x="410" y="2000"/>
                </a:lnTo>
                <a:lnTo>
                  <a:pt x="442" y="2014"/>
                </a:lnTo>
                <a:lnTo>
                  <a:pt x="474" y="2028"/>
                </a:lnTo>
                <a:lnTo>
                  <a:pt x="508" y="2038"/>
                </a:lnTo>
                <a:lnTo>
                  <a:pt x="542" y="2048"/>
                </a:lnTo>
                <a:lnTo>
                  <a:pt x="578" y="2056"/>
                </a:lnTo>
                <a:lnTo>
                  <a:pt x="614" y="2062"/>
                </a:lnTo>
                <a:lnTo>
                  <a:pt x="650" y="2068"/>
                </a:lnTo>
                <a:lnTo>
                  <a:pt x="686" y="2070"/>
                </a:lnTo>
                <a:lnTo>
                  <a:pt x="724" y="2072"/>
                </a:lnTo>
                <a:lnTo>
                  <a:pt x="724" y="2072"/>
                </a:lnTo>
                <a:lnTo>
                  <a:pt x="762" y="2070"/>
                </a:lnTo>
                <a:lnTo>
                  <a:pt x="800" y="2068"/>
                </a:lnTo>
                <a:lnTo>
                  <a:pt x="838" y="2062"/>
                </a:lnTo>
                <a:lnTo>
                  <a:pt x="876" y="2056"/>
                </a:lnTo>
                <a:lnTo>
                  <a:pt x="912" y="2046"/>
                </a:lnTo>
                <a:lnTo>
                  <a:pt x="948" y="2036"/>
                </a:lnTo>
                <a:lnTo>
                  <a:pt x="982" y="2024"/>
                </a:lnTo>
                <a:lnTo>
                  <a:pt x="1016" y="2010"/>
                </a:lnTo>
                <a:lnTo>
                  <a:pt x="1050" y="1994"/>
                </a:lnTo>
                <a:lnTo>
                  <a:pt x="1082" y="1976"/>
                </a:lnTo>
                <a:lnTo>
                  <a:pt x="1114" y="1958"/>
                </a:lnTo>
                <a:lnTo>
                  <a:pt x="1144" y="1938"/>
                </a:lnTo>
                <a:lnTo>
                  <a:pt x="1172" y="1916"/>
                </a:lnTo>
                <a:lnTo>
                  <a:pt x="1200" y="1894"/>
                </a:lnTo>
                <a:lnTo>
                  <a:pt x="1226" y="1868"/>
                </a:lnTo>
                <a:lnTo>
                  <a:pt x="1252" y="1844"/>
                </a:lnTo>
                <a:lnTo>
                  <a:pt x="1252" y="1348"/>
                </a:lnTo>
                <a:lnTo>
                  <a:pt x="724" y="1348"/>
                </a:lnTo>
                <a:lnTo>
                  <a:pt x="724" y="15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940871"/>
            <a:ext cx="3924622" cy="18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900" b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600"/>
              </a:spcBef>
            </a:pPr>
            <a:r>
              <a:rPr lang="ru-RU" dirty="0"/>
              <a:t>Введите имя автора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5752038"/>
            <a:ext cx="3924622" cy="18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900" b="0" baseline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600"/>
              </a:spcBef>
            </a:pPr>
            <a:r>
              <a:rPr lang="ru-RU" dirty="0"/>
              <a:t>Введите название подразделения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5563205"/>
            <a:ext cx="3924622" cy="180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900" b="0" baseline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600"/>
              </a:spcBef>
            </a:pPr>
            <a:r>
              <a:rPr lang="ru-RU" dirty="0"/>
              <a:t>Введите название предприятия</a:t>
            </a:r>
          </a:p>
        </p:txBody>
      </p:sp>
      <p:sp>
        <p:nvSpPr>
          <p:cNvPr id="26" name="TradeSecret" hidden="1"/>
          <p:cNvSpPr txBox="1"/>
          <p:nvPr/>
        </p:nvSpPr>
        <p:spPr>
          <a:xfrm>
            <a:off x="6899887" y="175973"/>
            <a:ext cx="1575816" cy="2585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lang="ru-RU" sz="1200" b="1" dirty="0">
                <a:solidFill>
                  <a:schemeClr val="bg2"/>
                </a:solidFill>
              </a:rPr>
              <a:t>Коммерческая</a:t>
            </a:r>
            <a:r>
              <a:rPr lang="ru-RU" sz="1200" b="1" baseline="0" dirty="0">
                <a:solidFill>
                  <a:schemeClr val="bg2"/>
                </a:solidFill>
              </a:rPr>
              <a:t> тайна</a:t>
            </a:r>
          </a:p>
        </p:txBody>
      </p:sp>
      <p:sp>
        <p:nvSpPr>
          <p:cNvPr id="28" name="Confidential" hidden="1"/>
          <p:cNvSpPr txBox="1"/>
          <p:nvPr/>
        </p:nvSpPr>
        <p:spPr>
          <a:xfrm>
            <a:off x="6967245" y="175973"/>
            <a:ext cx="1441100" cy="2585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lang="ru-RU" sz="1200" b="1" dirty="0">
                <a:solidFill>
                  <a:schemeClr val="bg2"/>
                </a:solidFill>
              </a:rPr>
              <a:t>Конфиденциально</a:t>
            </a:r>
            <a:endParaRPr lang="ru-RU" sz="1100" b="1" baseline="0" dirty="0">
              <a:solidFill>
                <a:schemeClr val="bg2"/>
              </a:solidFill>
            </a:endParaRPr>
          </a:p>
        </p:txBody>
      </p:sp>
      <p:sp>
        <p:nvSpPr>
          <p:cNvPr id="25" name="CompanyName" hidden="1"/>
          <p:cNvSpPr txBox="1"/>
          <p:nvPr/>
        </p:nvSpPr>
        <p:spPr>
          <a:xfrm>
            <a:off x="6490352" y="404664"/>
            <a:ext cx="2394886" cy="46628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900" baseline="0">
                <a:solidFill>
                  <a:schemeClr val="bg2"/>
                </a:solidFill>
              </a:rPr>
              <a:t>Публичное акционерное </a:t>
            </a:r>
            <a:r>
              <a:rPr lang="ru-RU" sz="900" baseline="0" dirty="0">
                <a:solidFill>
                  <a:schemeClr val="bg2"/>
                </a:solidFill>
              </a:rPr>
              <a:t>общество</a:t>
            </a:r>
            <a:br>
              <a:rPr lang="ru-RU" sz="900" baseline="0" dirty="0">
                <a:solidFill>
                  <a:schemeClr val="bg2"/>
                </a:solidFill>
              </a:rPr>
            </a:br>
            <a:r>
              <a:rPr lang="ru-RU" sz="900" baseline="0" dirty="0">
                <a:solidFill>
                  <a:schemeClr val="bg2"/>
                </a:solidFill>
              </a:rPr>
              <a:t>«Газпром нефть», ул. Галерная, д. 5, лит. А,</a:t>
            </a:r>
            <a:br>
              <a:rPr lang="ru-RU" sz="900" baseline="0" dirty="0">
                <a:solidFill>
                  <a:schemeClr val="bg2"/>
                </a:solidFill>
              </a:rPr>
            </a:br>
            <a:r>
              <a:rPr lang="ru-RU" sz="900" baseline="0" dirty="0">
                <a:solidFill>
                  <a:schemeClr val="bg2"/>
                </a:solidFill>
              </a:rPr>
              <a:t>г. Санкт-Петербург, 190000</a:t>
            </a:r>
            <a:endParaRPr lang="ru-RU" sz="9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05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0696731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7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3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</p:txBody>
      </p:sp>
      <p:sp>
        <p:nvSpPr>
          <p:cNvPr id="4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16523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21" name="ContentsTitle5"/>
          <p:cNvSpPr txBox="1"/>
          <p:nvPr/>
        </p:nvSpPr>
        <p:spPr>
          <a:xfrm>
            <a:off x="641276" y="2628856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24" name="line5"/>
          <p:cNvCxnSpPr/>
          <p:nvPr/>
        </p:nvCxnSpPr>
        <p:spPr>
          <a:xfrm>
            <a:off x="297656" y="2891978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sNumber5"/>
          <p:cNvSpPr txBox="1"/>
          <p:nvPr/>
        </p:nvSpPr>
        <p:spPr>
          <a:xfrm>
            <a:off x="287524" y="2491040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13" name="ContentsTitle3"/>
          <p:cNvSpPr txBox="1"/>
          <p:nvPr/>
        </p:nvSpPr>
        <p:spPr>
          <a:xfrm>
            <a:off x="641276" y="1964953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16" name="line3"/>
          <p:cNvCxnSpPr/>
          <p:nvPr/>
        </p:nvCxnSpPr>
        <p:spPr>
          <a:xfrm>
            <a:off x="297656" y="2201366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sNumber3"/>
          <p:cNvSpPr txBox="1"/>
          <p:nvPr/>
        </p:nvSpPr>
        <p:spPr>
          <a:xfrm>
            <a:off x="287524" y="1814439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17" name="ContentsTitle4"/>
          <p:cNvSpPr txBox="1"/>
          <p:nvPr/>
        </p:nvSpPr>
        <p:spPr>
          <a:xfrm>
            <a:off x="641276" y="2298492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20" name="line4"/>
          <p:cNvCxnSpPr/>
          <p:nvPr/>
        </p:nvCxnSpPr>
        <p:spPr>
          <a:xfrm>
            <a:off x="297656" y="2546672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sNumber4"/>
          <p:cNvSpPr txBox="1"/>
          <p:nvPr/>
        </p:nvSpPr>
        <p:spPr>
          <a:xfrm>
            <a:off x="287524" y="2154327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4" name="ContentsTitle1"/>
          <p:cNvSpPr txBox="1"/>
          <p:nvPr/>
        </p:nvSpPr>
        <p:spPr>
          <a:xfrm>
            <a:off x="641276" y="127882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8" name="line1"/>
          <p:cNvCxnSpPr/>
          <p:nvPr/>
        </p:nvCxnSpPr>
        <p:spPr>
          <a:xfrm>
            <a:off x="297656" y="1510754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sNumber1"/>
          <p:cNvSpPr txBox="1"/>
          <p:nvPr/>
        </p:nvSpPr>
        <p:spPr>
          <a:xfrm>
            <a:off x="287524" y="1115616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5" name="ContentsTitle6"/>
          <p:cNvSpPr txBox="1"/>
          <p:nvPr/>
        </p:nvSpPr>
        <p:spPr>
          <a:xfrm>
            <a:off x="641276" y="296181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28" name="line6"/>
          <p:cNvCxnSpPr/>
          <p:nvPr/>
        </p:nvCxnSpPr>
        <p:spPr>
          <a:xfrm>
            <a:off x="297656" y="3237284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sNumber6"/>
          <p:cNvSpPr txBox="1"/>
          <p:nvPr/>
        </p:nvSpPr>
        <p:spPr>
          <a:xfrm>
            <a:off x="287524" y="2830351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9" name="ContentsTitle2"/>
          <p:cNvSpPr txBox="1"/>
          <p:nvPr/>
        </p:nvSpPr>
        <p:spPr>
          <a:xfrm>
            <a:off x="641276" y="1625065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12" name="line2"/>
          <p:cNvCxnSpPr/>
          <p:nvPr/>
        </p:nvCxnSpPr>
        <p:spPr>
          <a:xfrm>
            <a:off x="297656" y="1856060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sNumber2"/>
          <p:cNvSpPr txBox="1"/>
          <p:nvPr/>
        </p:nvSpPr>
        <p:spPr>
          <a:xfrm>
            <a:off x="287524" y="1468202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9" name="ContentsTitle7"/>
          <p:cNvSpPr txBox="1"/>
          <p:nvPr/>
        </p:nvSpPr>
        <p:spPr>
          <a:xfrm>
            <a:off x="641276" y="3310651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sp>
        <p:nvSpPr>
          <p:cNvPr id="31" name="ContentsNumber7"/>
          <p:cNvSpPr txBox="1"/>
          <p:nvPr/>
        </p:nvSpPr>
        <p:spPr>
          <a:xfrm>
            <a:off x="287524" y="3160139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7</a:t>
            </a:r>
          </a:p>
        </p:txBody>
      </p:sp>
      <p:cxnSp>
        <p:nvCxnSpPr>
          <p:cNvPr id="32" name="line7"/>
          <p:cNvCxnSpPr/>
          <p:nvPr/>
        </p:nvCxnSpPr>
        <p:spPr>
          <a:xfrm>
            <a:off x="297656" y="3582590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sTitle8"/>
          <p:cNvSpPr txBox="1"/>
          <p:nvPr/>
        </p:nvSpPr>
        <p:spPr>
          <a:xfrm>
            <a:off x="641276" y="3650537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50" name="line8"/>
          <p:cNvCxnSpPr/>
          <p:nvPr/>
        </p:nvCxnSpPr>
        <p:spPr>
          <a:xfrm>
            <a:off x="297656" y="3927896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ontentsNumber8"/>
          <p:cNvSpPr txBox="1"/>
          <p:nvPr/>
        </p:nvSpPr>
        <p:spPr>
          <a:xfrm>
            <a:off x="287524" y="3500025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8</a:t>
            </a:r>
          </a:p>
        </p:txBody>
      </p:sp>
      <p:sp>
        <p:nvSpPr>
          <p:cNvPr id="62" name="ContentsTitle13"/>
          <p:cNvSpPr txBox="1"/>
          <p:nvPr/>
        </p:nvSpPr>
        <p:spPr>
          <a:xfrm>
            <a:off x="649288" y="5413477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63" name="line13"/>
          <p:cNvCxnSpPr/>
          <p:nvPr/>
        </p:nvCxnSpPr>
        <p:spPr>
          <a:xfrm>
            <a:off x="297656" y="5654426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ontentsNumber13"/>
          <p:cNvSpPr txBox="1"/>
          <p:nvPr/>
        </p:nvSpPr>
        <p:spPr>
          <a:xfrm>
            <a:off x="287524" y="5262961"/>
            <a:ext cx="256480" cy="386054"/>
          </a:xfrm>
          <a:prstGeom prst="rect">
            <a:avLst/>
          </a:prstGeom>
          <a:noFill/>
        </p:spPr>
        <p:txBody>
          <a:bodyPr wrap="non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13</a:t>
            </a:r>
          </a:p>
        </p:txBody>
      </p:sp>
      <p:sp>
        <p:nvSpPr>
          <p:cNvPr id="66" name="ContentsTitle11"/>
          <p:cNvSpPr txBox="1"/>
          <p:nvPr/>
        </p:nvSpPr>
        <p:spPr>
          <a:xfrm>
            <a:off x="649288" y="472734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67" name="line11"/>
          <p:cNvCxnSpPr/>
          <p:nvPr/>
        </p:nvCxnSpPr>
        <p:spPr>
          <a:xfrm>
            <a:off x="297656" y="4963814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ontentsNumber11"/>
          <p:cNvSpPr txBox="1"/>
          <p:nvPr/>
        </p:nvSpPr>
        <p:spPr>
          <a:xfrm>
            <a:off x="287524" y="4564134"/>
            <a:ext cx="239361" cy="386054"/>
          </a:xfrm>
          <a:prstGeom prst="rect">
            <a:avLst/>
          </a:prstGeom>
          <a:noFill/>
        </p:spPr>
        <p:txBody>
          <a:bodyPr wrap="non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70" name="ContentsTitle15"/>
          <p:cNvSpPr txBox="1"/>
          <p:nvPr/>
        </p:nvSpPr>
        <p:spPr>
          <a:xfrm>
            <a:off x="649288" y="609959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71" name="line15"/>
          <p:cNvCxnSpPr/>
          <p:nvPr/>
        </p:nvCxnSpPr>
        <p:spPr>
          <a:xfrm>
            <a:off x="297656" y="6345037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ontentsNumber15"/>
          <p:cNvSpPr txBox="1"/>
          <p:nvPr/>
        </p:nvSpPr>
        <p:spPr>
          <a:xfrm>
            <a:off x="287524" y="5936386"/>
            <a:ext cx="256480" cy="386054"/>
          </a:xfrm>
          <a:prstGeom prst="rect">
            <a:avLst/>
          </a:prstGeom>
          <a:noFill/>
        </p:spPr>
        <p:txBody>
          <a:bodyPr wrap="non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15</a:t>
            </a:r>
          </a:p>
        </p:txBody>
      </p:sp>
      <p:sp>
        <p:nvSpPr>
          <p:cNvPr id="74" name="ContentsTitle12"/>
          <p:cNvSpPr txBox="1"/>
          <p:nvPr/>
        </p:nvSpPr>
        <p:spPr>
          <a:xfrm>
            <a:off x="649288" y="5073587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75" name="line12"/>
          <p:cNvCxnSpPr/>
          <p:nvPr/>
        </p:nvCxnSpPr>
        <p:spPr>
          <a:xfrm>
            <a:off x="297656" y="5309120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ontentsNumber12"/>
          <p:cNvSpPr txBox="1"/>
          <p:nvPr/>
        </p:nvSpPr>
        <p:spPr>
          <a:xfrm>
            <a:off x="287524" y="4916722"/>
            <a:ext cx="256480" cy="386054"/>
          </a:xfrm>
          <a:prstGeom prst="rect">
            <a:avLst/>
          </a:prstGeom>
          <a:noFill/>
        </p:spPr>
        <p:txBody>
          <a:bodyPr wrap="non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12</a:t>
            </a:r>
          </a:p>
        </p:txBody>
      </p:sp>
      <p:sp>
        <p:nvSpPr>
          <p:cNvPr id="78" name="ContentsTitle9"/>
          <p:cNvSpPr txBox="1"/>
          <p:nvPr/>
        </p:nvSpPr>
        <p:spPr>
          <a:xfrm>
            <a:off x="649288" y="4015823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79" name="line9"/>
          <p:cNvCxnSpPr/>
          <p:nvPr/>
        </p:nvCxnSpPr>
        <p:spPr>
          <a:xfrm>
            <a:off x="297656" y="4273202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sNumber9"/>
          <p:cNvSpPr txBox="1"/>
          <p:nvPr/>
        </p:nvSpPr>
        <p:spPr>
          <a:xfrm>
            <a:off x="287524" y="3839911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9</a:t>
            </a:r>
          </a:p>
        </p:txBody>
      </p:sp>
      <p:sp>
        <p:nvSpPr>
          <p:cNvPr id="82" name="ContentsTitle14"/>
          <p:cNvSpPr txBox="1"/>
          <p:nvPr/>
        </p:nvSpPr>
        <p:spPr>
          <a:xfrm>
            <a:off x="649288" y="5747018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83" name="line14"/>
          <p:cNvCxnSpPr/>
          <p:nvPr/>
        </p:nvCxnSpPr>
        <p:spPr>
          <a:xfrm>
            <a:off x="297656" y="5999732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ontentsNumber14"/>
          <p:cNvSpPr txBox="1"/>
          <p:nvPr/>
        </p:nvSpPr>
        <p:spPr>
          <a:xfrm>
            <a:off x="287524" y="5602851"/>
            <a:ext cx="256480" cy="386054"/>
          </a:xfrm>
          <a:prstGeom prst="rect">
            <a:avLst/>
          </a:prstGeom>
          <a:noFill/>
        </p:spPr>
        <p:txBody>
          <a:bodyPr wrap="non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14</a:t>
            </a:r>
          </a:p>
        </p:txBody>
      </p:sp>
      <p:sp>
        <p:nvSpPr>
          <p:cNvPr id="86" name="ContentsTitle10"/>
          <p:cNvSpPr txBox="1"/>
          <p:nvPr/>
        </p:nvSpPr>
        <p:spPr>
          <a:xfrm>
            <a:off x="649288" y="4374760"/>
            <a:ext cx="7994027" cy="245640"/>
          </a:xfrm>
          <a:prstGeom prst="rect">
            <a:avLst/>
          </a:prstGeom>
          <a:noFill/>
        </p:spPr>
        <p:txBody>
          <a:bodyPr wrap="square" lIns="0" tIns="0" rIns="0" bIns="36000" rtlCol="0" anchor="b">
            <a:spAutoFit/>
          </a:bodyPr>
          <a:lstStyle/>
          <a:p>
            <a:pPr>
              <a:lnSpc>
                <a:spcPct val="85000"/>
              </a:lnSpc>
            </a:pPr>
            <a:r>
              <a:rPr lang="ru-RU" sz="1600" dirty="0"/>
              <a:t>Название раздела</a:t>
            </a:r>
          </a:p>
        </p:txBody>
      </p:sp>
      <p:cxnSp>
        <p:nvCxnSpPr>
          <p:cNvPr id="87" name="line10"/>
          <p:cNvCxnSpPr/>
          <p:nvPr/>
        </p:nvCxnSpPr>
        <p:spPr>
          <a:xfrm>
            <a:off x="297656" y="4618508"/>
            <a:ext cx="855900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ontentsNumber10"/>
          <p:cNvSpPr txBox="1"/>
          <p:nvPr/>
        </p:nvSpPr>
        <p:spPr>
          <a:xfrm>
            <a:off x="287524" y="4205197"/>
            <a:ext cx="256480" cy="386054"/>
          </a:xfrm>
          <a:prstGeom prst="rect">
            <a:avLst/>
          </a:prstGeom>
          <a:noFill/>
        </p:spPr>
        <p:txBody>
          <a:bodyPr wrap="none" lIns="0" tIns="108000" rIns="0" bIns="0" rtlCol="0" anchor="b">
            <a:spAutoFit/>
          </a:bodyPr>
          <a:lstStyle/>
          <a:p>
            <a:r>
              <a:rPr lang="ru-RU" sz="1800" dirty="0">
                <a:solidFill>
                  <a:schemeClr val="bg2"/>
                </a:solidFill>
              </a:rPr>
              <a:t>10</a:t>
            </a:r>
          </a:p>
        </p:txBody>
      </p:sp>
      <p:sp>
        <p:nvSpPr>
          <p:cNvPr id="85" name="Number1"/>
          <p:cNvSpPr txBox="1"/>
          <p:nvPr/>
        </p:nvSpPr>
        <p:spPr>
          <a:xfrm>
            <a:off x="8460432" y="1154655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9" name="Number2"/>
          <p:cNvSpPr txBox="1"/>
          <p:nvPr/>
        </p:nvSpPr>
        <p:spPr>
          <a:xfrm>
            <a:off x="8460432" y="1499317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0" name="Number3"/>
          <p:cNvSpPr txBox="1"/>
          <p:nvPr/>
        </p:nvSpPr>
        <p:spPr>
          <a:xfrm>
            <a:off x="8460432" y="1843980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1" name="Number5"/>
          <p:cNvSpPr txBox="1"/>
          <p:nvPr/>
        </p:nvSpPr>
        <p:spPr>
          <a:xfrm>
            <a:off x="8460432" y="2533306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2" name="Number6"/>
          <p:cNvSpPr txBox="1"/>
          <p:nvPr/>
        </p:nvSpPr>
        <p:spPr>
          <a:xfrm>
            <a:off x="8460432" y="2877969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3" name="Number7"/>
          <p:cNvSpPr txBox="1"/>
          <p:nvPr/>
        </p:nvSpPr>
        <p:spPr>
          <a:xfrm>
            <a:off x="8460432" y="3222632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4" name="Number8"/>
          <p:cNvSpPr txBox="1"/>
          <p:nvPr/>
        </p:nvSpPr>
        <p:spPr>
          <a:xfrm>
            <a:off x="8460432" y="3567295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5" name="Number4"/>
          <p:cNvSpPr txBox="1"/>
          <p:nvPr/>
        </p:nvSpPr>
        <p:spPr>
          <a:xfrm>
            <a:off x="8460432" y="2188643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6" name="Number9"/>
          <p:cNvSpPr txBox="1"/>
          <p:nvPr/>
        </p:nvSpPr>
        <p:spPr>
          <a:xfrm>
            <a:off x="8460432" y="3911958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7" name="Number10"/>
          <p:cNvSpPr txBox="1"/>
          <p:nvPr/>
        </p:nvSpPr>
        <p:spPr>
          <a:xfrm>
            <a:off x="8460432" y="4256620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8" name="Number11"/>
          <p:cNvSpPr txBox="1"/>
          <p:nvPr/>
        </p:nvSpPr>
        <p:spPr>
          <a:xfrm>
            <a:off x="8460432" y="4601282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9" name="Number12"/>
          <p:cNvSpPr txBox="1"/>
          <p:nvPr/>
        </p:nvSpPr>
        <p:spPr>
          <a:xfrm>
            <a:off x="8460432" y="4945944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00" name="Number13"/>
          <p:cNvSpPr txBox="1"/>
          <p:nvPr/>
        </p:nvSpPr>
        <p:spPr>
          <a:xfrm>
            <a:off x="8460432" y="5290606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01" name="Number14"/>
          <p:cNvSpPr txBox="1"/>
          <p:nvPr/>
        </p:nvSpPr>
        <p:spPr>
          <a:xfrm>
            <a:off x="8460432" y="5635268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02" name="Number15"/>
          <p:cNvSpPr txBox="1"/>
          <p:nvPr/>
        </p:nvSpPr>
        <p:spPr>
          <a:xfrm>
            <a:off x="8460432" y="5979930"/>
            <a:ext cx="383530" cy="386054"/>
          </a:xfrm>
          <a:prstGeom prst="rect">
            <a:avLst/>
          </a:prstGeom>
          <a:noFill/>
        </p:spPr>
        <p:txBody>
          <a:bodyPr wrap="square" lIns="0" tIns="108000" rIns="0" bIns="0" rtlCol="0" anchor="b">
            <a:spAutoFit/>
          </a:bodyPr>
          <a:lstStyle/>
          <a:p>
            <a:pPr algn="r"/>
            <a:r>
              <a:rPr lang="ru-RU" sz="1800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69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05264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аздел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37" y="2611512"/>
            <a:ext cx="8569325" cy="610499"/>
          </a:xfrm>
        </p:spPr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ru-RU" dirty="0"/>
              <a:t>Введите название раздела (максимум две строки)</a:t>
            </a:r>
            <a:endParaRPr lang="en-US" dirty="0"/>
          </a:p>
        </p:txBody>
      </p:sp>
      <p:cxnSp>
        <p:nvCxnSpPr>
          <p:cNvPr id="4" name="Прямая соединительная линия 7"/>
          <p:cNvCxnSpPr/>
          <p:nvPr/>
        </p:nvCxnSpPr>
        <p:spPr>
          <a:xfrm>
            <a:off x="297656" y="3429000"/>
            <a:ext cx="855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9"/>
          <p:cNvCxnSpPr/>
          <p:nvPr/>
        </p:nvCxnSpPr>
        <p:spPr>
          <a:xfrm>
            <a:off x="8638360" y="6535169"/>
            <a:ext cx="0" cy="108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10"/>
          <p:cNvSpPr/>
          <p:nvPr/>
        </p:nvSpPr>
        <p:spPr>
          <a:xfrm>
            <a:off x="8722273" y="6503915"/>
            <a:ext cx="216024" cy="161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algn="l"/>
            <a:fld id="{AF528B6D-1001-487C-8FFE-85B114390330}" type="slidenum">
              <a:rPr lang="ru-RU" sz="1000" b="1" smtClean="0">
                <a:solidFill>
                  <a:schemeClr val="tx1"/>
                </a:solidFill>
              </a:rPr>
              <a:pPr algn="l"/>
              <a:t>‹#›</a:t>
            </a:fld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87337" y="3644900"/>
            <a:ext cx="8569325" cy="2684463"/>
          </a:xfrm>
        </p:spPr>
        <p:txBody>
          <a:bodyPr anchor="t">
            <a:noAutofit/>
          </a:bodyPr>
          <a:lstStyle>
            <a:lvl1pPr marL="0" indent="0" algn="l">
              <a:spcBef>
                <a:spcPts val="90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 Введите текст</a:t>
            </a:r>
          </a:p>
        </p:txBody>
      </p:sp>
      <p:sp>
        <p:nvSpPr>
          <p:cNvPr id="11" name="LogoRus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algn="r"/>
            <a:r>
              <a:rPr lang="ru-RU" sz="1000" noProof="0" dirty="0">
                <a:solidFill>
                  <a:schemeClr val="bg2"/>
                </a:solidFill>
              </a:rPr>
              <a:t>Газпром нефть</a:t>
            </a:r>
          </a:p>
        </p:txBody>
      </p:sp>
      <p:sp>
        <p:nvSpPr>
          <p:cNvPr id="14" name="LogoEng" hidden="1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algn="r"/>
            <a:r>
              <a:rPr lang="en-US" sz="1000" noProof="0" dirty="0">
                <a:solidFill>
                  <a:schemeClr val="bg2"/>
                </a:solidFill>
              </a:rPr>
              <a:t>Gazprom</a:t>
            </a:r>
            <a:r>
              <a:rPr lang="en-US" sz="1000" baseline="0" noProof="0" dirty="0">
                <a:solidFill>
                  <a:schemeClr val="bg2"/>
                </a:solidFill>
              </a:rPr>
              <a:t> </a:t>
            </a:r>
            <a:r>
              <a:rPr lang="en-US" sz="1000" baseline="0" noProof="0" dirty="0" err="1">
                <a:solidFill>
                  <a:schemeClr val="bg2"/>
                </a:solidFill>
              </a:rPr>
              <a:t>neft</a:t>
            </a:r>
            <a:endParaRPr lang="ru-RU" sz="1000" noProof="0" dirty="0">
              <a:solidFill>
                <a:schemeClr val="bg2"/>
              </a:solidFill>
            </a:endParaRPr>
          </a:p>
        </p:txBody>
      </p:sp>
      <p:sp>
        <p:nvSpPr>
          <p:cNvPr id="9" name="Footer"/>
          <p:cNvSpPr/>
          <p:nvPr/>
        </p:nvSpPr>
        <p:spPr>
          <a:xfrm>
            <a:off x="297655" y="6499447"/>
            <a:ext cx="5040000" cy="165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2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88346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Выво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37" y="1268412"/>
            <a:ext cx="8569325" cy="1584507"/>
          </a:xfrm>
        </p:spPr>
        <p:txBody>
          <a:bodyPr>
            <a:noAutofit/>
          </a:bodyPr>
          <a:lstStyle>
            <a:lvl1pPr>
              <a:defRPr sz="2000" b="1" cap="all" baseline="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Введите заголовок</a:t>
            </a:r>
            <a:endParaRPr lang="en-US" dirty="0"/>
          </a:p>
        </p:txBody>
      </p:sp>
      <p:cxnSp>
        <p:nvCxnSpPr>
          <p:cNvPr id="6" name="Прямая соединительная линия 9"/>
          <p:cNvCxnSpPr/>
          <p:nvPr/>
        </p:nvCxnSpPr>
        <p:spPr>
          <a:xfrm>
            <a:off x="8638360" y="6535169"/>
            <a:ext cx="0" cy="108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10"/>
          <p:cNvSpPr/>
          <p:nvPr/>
        </p:nvSpPr>
        <p:spPr>
          <a:xfrm>
            <a:off x="8722273" y="6503915"/>
            <a:ext cx="216024" cy="161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algn="l"/>
            <a:fld id="{AF528B6D-1001-487C-8FFE-85B114390330}" type="slidenum">
              <a:rPr lang="ru-RU" sz="1000" b="1" smtClean="0">
                <a:solidFill>
                  <a:schemeClr val="tx1"/>
                </a:solidFill>
              </a:rPr>
              <a:pPr algn="l"/>
              <a:t>‹#›</a:t>
            </a:fld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0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87338" y="2924930"/>
            <a:ext cx="8569325" cy="3404433"/>
          </a:xfrm>
        </p:spPr>
        <p:txBody>
          <a:bodyPr vert="horz" lIns="0" tIns="0" rIns="0" bIns="0" rtlCol="0">
            <a:noAutofit/>
          </a:bodyPr>
          <a:lstStyle>
            <a:lvl1pPr>
              <a:defRPr lang="ru-RU" b="0" dirty="0"/>
            </a:lvl1pPr>
          </a:lstStyle>
          <a:p>
            <a:r>
              <a:rPr lang="ru-RU" dirty="0"/>
              <a:t>Текст</a:t>
            </a:r>
          </a:p>
        </p:txBody>
      </p:sp>
      <p:sp>
        <p:nvSpPr>
          <p:cNvPr id="9" name="LogoRus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algn="r"/>
            <a:r>
              <a:rPr lang="ru-RU" sz="1000" noProof="0" dirty="0">
                <a:solidFill>
                  <a:schemeClr val="bg2"/>
                </a:solidFill>
              </a:rPr>
              <a:t>Газпром нефть</a:t>
            </a:r>
          </a:p>
        </p:txBody>
      </p:sp>
      <p:sp>
        <p:nvSpPr>
          <p:cNvPr id="11" name="LogoEng" hidden="1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algn="r"/>
            <a:r>
              <a:rPr lang="en-US" sz="1000" noProof="0" dirty="0">
                <a:solidFill>
                  <a:schemeClr val="bg2"/>
                </a:solidFill>
              </a:rPr>
              <a:t>Gazprom</a:t>
            </a:r>
            <a:r>
              <a:rPr lang="en-US" sz="1000" baseline="0" noProof="0" dirty="0">
                <a:solidFill>
                  <a:schemeClr val="bg2"/>
                </a:solidFill>
              </a:rPr>
              <a:t> </a:t>
            </a:r>
            <a:r>
              <a:rPr lang="en-US" sz="1000" baseline="0" noProof="0" dirty="0" err="1">
                <a:solidFill>
                  <a:schemeClr val="bg2"/>
                </a:solidFill>
              </a:rPr>
              <a:t>neft</a:t>
            </a:r>
            <a:endParaRPr lang="ru-RU" sz="1000" noProof="0" dirty="0">
              <a:solidFill>
                <a:schemeClr val="bg2"/>
              </a:solidFill>
            </a:endParaRPr>
          </a:p>
        </p:txBody>
      </p:sp>
      <p:sp>
        <p:nvSpPr>
          <p:cNvPr id="8" name="Footer"/>
          <p:cNvSpPr/>
          <p:nvPr/>
        </p:nvSpPr>
        <p:spPr>
          <a:xfrm>
            <a:off x="297655" y="6499447"/>
            <a:ext cx="5040000" cy="165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2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88346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1"/>
          </p:nvPr>
        </p:nvSpPr>
        <p:spPr>
          <a:xfrm>
            <a:off x="287339" y="1268413"/>
            <a:ext cx="8569324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5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24679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8" name="Объект 3"/>
          <p:cNvSpPr>
            <a:spLocks noGrp="1"/>
          </p:cNvSpPr>
          <p:nvPr>
            <p:ph sz="quarter" idx="12"/>
          </p:nvPr>
        </p:nvSpPr>
        <p:spPr>
          <a:xfrm>
            <a:off x="287339" y="1268413"/>
            <a:ext cx="417671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3"/>
          </p:nvPr>
        </p:nvSpPr>
        <p:spPr>
          <a:xfrm>
            <a:off x="4679952" y="1268413"/>
            <a:ext cx="417671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8524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(верси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7" name="Объект 3"/>
          <p:cNvSpPr>
            <a:spLocks noGrp="1"/>
          </p:cNvSpPr>
          <p:nvPr>
            <p:ph sz="quarter" idx="11"/>
          </p:nvPr>
        </p:nvSpPr>
        <p:spPr>
          <a:xfrm>
            <a:off x="287339" y="1268413"/>
            <a:ext cx="8569324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Объект 3"/>
          <p:cNvSpPr>
            <a:spLocks noGrp="1"/>
          </p:cNvSpPr>
          <p:nvPr>
            <p:ph sz="quarter" idx="13"/>
          </p:nvPr>
        </p:nvSpPr>
        <p:spPr>
          <a:xfrm>
            <a:off x="287339" y="3894137"/>
            <a:ext cx="8569324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312957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текст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4797425"/>
            <a:ext cx="8569325" cy="1531938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b="0">
                <a:solidFill>
                  <a:schemeClr val="accent3"/>
                </a:solidFill>
              </a:defRPr>
            </a:lvl1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1"/>
          </p:nvPr>
        </p:nvSpPr>
        <p:spPr>
          <a:xfrm>
            <a:off x="287339" y="1268413"/>
            <a:ext cx="8569324" cy="2844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31295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лева и два объек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1"/>
          </p:nvPr>
        </p:nvSpPr>
        <p:spPr>
          <a:xfrm>
            <a:off x="287339" y="1268412"/>
            <a:ext cx="417671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3"/>
          </p:nvPr>
        </p:nvSpPr>
        <p:spPr>
          <a:xfrm>
            <a:off x="4679952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4"/>
          </p:nvPr>
        </p:nvSpPr>
        <p:spPr>
          <a:xfrm>
            <a:off x="4679952" y="3897311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85732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права и два объекта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>
          <a:xfrm>
            <a:off x="287338" y="188640"/>
            <a:ext cx="8560318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4"/>
          </p:nvPr>
        </p:nvSpPr>
        <p:spPr>
          <a:xfrm>
            <a:off x="287338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5"/>
          </p:nvPr>
        </p:nvSpPr>
        <p:spPr>
          <a:xfrm>
            <a:off x="287338" y="3897311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1"/>
          </p:nvPr>
        </p:nvSpPr>
        <p:spPr>
          <a:xfrm>
            <a:off x="4670945" y="1268412"/>
            <a:ext cx="417671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01387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>
          <a:xfrm>
            <a:off x="287338" y="188640"/>
            <a:ext cx="8560318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1"/>
          </p:nvPr>
        </p:nvSpPr>
        <p:spPr>
          <a:xfrm>
            <a:off x="6156325" y="1268412"/>
            <a:ext cx="269133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3"/>
          </p:nvPr>
        </p:nvSpPr>
        <p:spPr>
          <a:xfrm>
            <a:off x="287338" y="1268412"/>
            <a:ext cx="269133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4"/>
          </p:nvPr>
        </p:nvSpPr>
        <p:spPr>
          <a:xfrm>
            <a:off x="3221831" y="1268412"/>
            <a:ext cx="2691331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375001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низу и два объекта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 hasCustomPrompt="1"/>
          </p:nvPr>
        </p:nvSpPr>
        <p:spPr>
          <a:xfrm>
            <a:off x="287338" y="188640"/>
            <a:ext cx="8560318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4"/>
          </p:nvPr>
        </p:nvSpPr>
        <p:spPr>
          <a:xfrm>
            <a:off x="287338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6"/>
          </p:nvPr>
        </p:nvSpPr>
        <p:spPr>
          <a:xfrm>
            <a:off x="4670945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5"/>
          </p:nvPr>
        </p:nvSpPr>
        <p:spPr>
          <a:xfrm>
            <a:off x="287338" y="3897311"/>
            <a:ext cx="8569325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053519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верху и два объекта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2" name="Объект 3"/>
          <p:cNvSpPr>
            <a:spLocks noGrp="1"/>
          </p:cNvSpPr>
          <p:nvPr>
            <p:ph sz="quarter" idx="15"/>
          </p:nvPr>
        </p:nvSpPr>
        <p:spPr>
          <a:xfrm>
            <a:off x="287338" y="1268412"/>
            <a:ext cx="8569325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4"/>
          </p:nvPr>
        </p:nvSpPr>
        <p:spPr>
          <a:xfrm>
            <a:off x="287338" y="3904796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6"/>
          </p:nvPr>
        </p:nvSpPr>
        <p:spPr>
          <a:xfrm>
            <a:off x="4670945" y="3904796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83119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0" name="Объект 4"/>
          <p:cNvSpPr>
            <a:spLocks noGrp="1"/>
          </p:cNvSpPr>
          <p:nvPr>
            <p:ph sz="quarter" idx="16"/>
          </p:nvPr>
        </p:nvSpPr>
        <p:spPr>
          <a:xfrm>
            <a:off x="287338" y="3933825"/>
            <a:ext cx="4176713" cy="2411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17"/>
          </p:nvPr>
        </p:nvSpPr>
        <p:spPr>
          <a:xfrm>
            <a:off x="4679950" y="3933825"/>
            <a:ext cx="4176713" cy="2411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4"/>
          </p:nvPr>
        </p:nvSpPr>
        <p:spPr>
          <a:xfrm>
            <a:off x="287338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5" name="Объект 3"/>
          <p:cNvSpPr>
            <a:spLocks noGrp="1"/>
          </p:cNvSpPr>
          <p:nvPr>
            <p:ph sz="quarter" idx="18"/>
          </p:nvPr>
        </p:nvSpPr>
        <p:spPr>
          <a:xfrm>
            <a:off x="4670945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4240400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объекта с подзаголов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21" hasCustomPrompt="1"/>
          </p:nvPr>
        </p:nvSpPr>
        <p:spPr>
          <a:xfrm>
            <a:off x="287338" y="3934473"/>
            <a:ext cx="4175125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87338" y="4371456"/>
            <a:ext cx="41751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Текст 5"/>
          <p:cNvSpPr>
            <a:spLocks noGrp="1"/>
          </p:cNvSpPr>
          <p:nvPr>
            <p:ph type="body" sz="quarter" idx="23" hasCustomPrompt="1"/>
          </p:nvPr>
        </p:nvSpPr>
        <p:spPr>
          <a:xfrm>
            <a:off x="4679951" y="3934473"/>
            <a:ext cx="4176711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4679951" y="4371456"/>
            <a:ext cx="41767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5"/>
          <p:cNvSpPr>
            <a:spLocks noGrp="1"/>
          </p:cNvSpPr>
          <p:nvPr>
            <p:ph type="body" sz="quarter" idx="27" hasCustomPrompt="1"/>
          </p:nvPr>
        </p:nvSpPr>
        <p:spPr>
          <a:xfrm>
            <a:off x="287338" y="1241223"/>
            <a:ext cx="4175125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287338" y="1679949"/>
            <a:ext cx="41751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5"/>
          <p:cNvSpPr>
            <a:spLocks noGrp="1"/>
          </p:cNvSpPr>
          <p:nvPr>
            <p:ph type="body" sz="quarter" idx="29" hasCustomPrompt="1"/>
          </p:nvPr>
        </p:nvSpPr>
        <p:spPr>
          <a:xfrm>
            <a:off x="4679951" y="1241223"/>
            <a:ext cx="4176711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4679951" y="1679949"/>
            <a:ext cx="41767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бъект 32"/>
          <p:cNvSpPr>
            <a:spLocks noGrp="1"/>
          </p:cNvSpPr>
          <p:nvPr>
            <p:ph sz="quarter" idx="30" hasCustomPrompt="1"/>
          </p:nvPr>
        </p:nvSpPr>
        <p:spPr>
          <a:xfrm>
            <a:off x="287338" y="1776413"/>
            <a:ext cx="4175125" cy="187614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5" name="Объект 34"/>
          <p:cNvSpPr>
            <a:spLocks noGrp="1"/>
          </p:cNvSpPr>
          <p:nvPr>
            <p:ph sz="quarter" idx="31" hasCustomPrompt="1"/>
          </p:nvPr>
        </p:nvSpPr>
        <p:spPr>
          <a:xfrm>
            <a:off x="4679950" y="1776413"/>
            <a:ext cx="4176713" cy="1876141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9" name="Объект 38"/>
          <p:cNvSpPr>
            <a:spLocks noGrp="1"/>
          </p:cNvSpPr>
          <p:nvPr>
            <p:ph sz="quarter" idx="33" hasCustomPrompt="1"/>
          </p:nvPr>
        </p:nvSpPr>
        <p:spPr>
          <a:xfrm>
            <a:off x="287338" y="4467950"/>
            <a:ext cx="4175125" cy="18772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41" name="Объект 40"/>
          <p:cNvSpPr>
            <a:spLocks noGrp="1"/>
          </p:cNvSpPr>
          <p:nvPr>
            <p:ph sz="quarter" idx="34" hasCustomPrompt="1"/>
          </p:nvPr>
        </p:nvSpPr>
        <p:spPr>
          <a:xfrm>
            <a:off x="4679950" y="4467950"/>
            <a:ext cx="4176713" cy="18772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6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248653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объекта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9" name="Текст 5"/>
          <p:cNvSpPr>
            <a:spLocks noGrp="1"/>
          </p:cNvSpPr>
          <p:nvPr>
            <p:ph type="body" sz="quarter" idx="21" hasCustomPrompt="1"/>
          </p:nvPr>
        </p:nvSpPr>
        <p:spPr>
          <a:xfrm>
            <a:off x="287338" y="5978234"/>
            <a:ext cx="4175125" cy="36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22" name="Текст 5"/>
          <p:cNvSpPr>
            <a:spLocks noGrp="1"/>
          </p:cNvSpPr>
          <p:nvPr>
            <p:ph type="body" sz="quarter" idx="23" hasCustomPrompt="1"/>
          </p:nvPr>
        </p:nvSpPr>
        <p:spPr>
          <a:xfrm>
            <a:off x="4679951" y="5978234"/>
            <a:ext cx="4176711" cy="36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28" name="Текст 5"/>
          <p:cNvSpPr>
            <a:spLocks noGrp="1"/>
          </p:cNvSpPr>
          <p:nvPr>
            <p:ph type="body" sz="quarter" idx="27" hasCustomPrompt="1"/>
          </p:nvPr>
        </p:nvSpPr>
        <p:spPr>
          <a:xfrm>
            <a:off x="287338" y="3284984"/>
            <a:ext cx="4175125" cy="36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31" name="Текст 5"/>
          <p:cNvSpPr>
            <a:spLocks noGrp="1"/>
          </p:cNvSpPr>
          <p:nvPr>
            <p:ph type="body" sz="quarter" idx="29" hasCustomPrompt="1"/>
          </p:nvPr>
        </p:nvSpPr>
        <p:spPr>
          <a:xfrm>
            <a:off x="4679951" y="3284984"/>
            <a:ext cx="4176711" cy="3600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33" name="Объект 32"/>
          <p:cNvSpPr>
            <a:spLocks noGrp="1"/>
          </p:cNvSpPr>
          <p:nvPr>
            <p:ph sz="quarter" idx="30" hasCustomPrompt="1"/>
          </p:nvPr>
        </p:nvSpPr>
        <p:spPr>
          <a:xfrm>
            <a:off x="287338" y="1254295"/>
            <a:ext cx="4175125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5" name="Объект 34"/>
          <p:cNvSpPr>
            <a:spLocks noGrp="1"/>
          </p:cNvSpPr>
          <p:nvPr>
            <p:ph sz="quarter" idx="31" hasCustomPrompt="1"/>
          </p:nvPr>
        </p:nvSpPr>
        <p:spPr>
          <a:xfrm>
            <a:off x="4679950" y="1254295"/>
            <a:ext cx="4176713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9" name="Объект 38"/>
          <p:cNvSpPr>
            <a:spLocks noGrp="1"/>
          </p:cNvSpPr>
          <p:nvPr>
            <p:ph sz="quarter" idx="33" hasCustomPrompt="1"/>
          </p:nvPr>
        </p:nvSpPr>
        <p:spPr>
          <a:xfrm>
            <a:off x="287338" y="3945802"/>
            <a:ext cx="4175125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41" name="Объект 40"/>
          <p:cNvSpPr>
            <a:spLocks noGrp="1"/>
          </p:cNvSpPr>
          <p:nvPr>
            <p:ph sz="quarter" idx="34" hasCustomPrompt="1"/>
          </p:nvPr>
        </p:nvSpPr>
        <p:spPr>
          <a:xfrm>
            <a:off x="4679950" y="3945802"/>
            <a:ext cx="4176713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4231729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 hasCustomPrompt="1"/>
          </p:nvPr>
        </p:nvSpPr>
        <p:spPr>
          <a:xfrm>
            <a:off x="287338" y="1268760"/>
            <a:ext cx="8560318" cy="5061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4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609962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268759"/>
            <a:ext cx="4176712" cy="5061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6"/>
          </p:nvPr>
        </p:nvSpPr>
        <p:spPr>
          <a:xfrm>
            <a:off x="287338" y="1268413"/>
            <a:ext cx="4176713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42166981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287338" y="1268759"/>
            <a:ext cx="4161118" cy="5061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 hasCustomPrompt="1"/>
          </p:nvPr>
        </p:nvSpPr>
        <p:spPr>
          <a:xfrm>
            <a:off x="287338" y="188640"/>
            <a:ext cx="8560318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6"/>
          </p:nvPr>
        </p:nvSpPr>
        <p:spPr>
          <a:xfrm>
            <a:off x="4670943" y="1268413"/>
            <a:ext cx="4176713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082804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2" hasCustomPrompt="1"/>
          </p:nvPr>
        </p:nvSpPr>
        <p:spPr>
          <a:xfrm>
            <a:off x="287337" y="3926849"/>
            <a:ext cx="8569325" cy="24048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6"/>
          </p:nvPr>
        </p:nvSpPr>
        <p:spPr>
          <a:xfrm>
            <a:off x="287339" y="1268413"/>
            <a:ext cx="8560318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24773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три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2" hasCustomPrompt="1"/>
          </p:nvPr>
        </p:nvSpPr>
        <p:spPr>
          <a:xfrm>
            <a:off x="287338" y="3926849"/>
            <a:ext cx="2674318" cy="24048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11" name="Рисунок 3"/>
          <p:cNvSpPr>
            <a:spLocks noGrp="1"/>
          </p:cNvSpPr>
          <p:nvPr>
            <p:ph type="pic" sz="quarter" idx="14" hasCustomPrompt="1"/>
          </p:nvPr>
        </p:nvSpPr>
        <p:spPr>
          <a:xfrm>
            <a:off x="3240656" y="3926849"/>
            <a:ext cx="2664000" cy="24048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12" name="Рисунок 3"/>
          <p:cNvSpPr>
            <a:spLocks noGrp="1"/>
          </p:cNvSpPr>
          <p:nvPr>
            <p:ph type="pic" sz="quarter" idx="15" hasCustomPrompt="1"/>
          </p:nvPr>
        </p:nvSpPr>
        <p:spPr>
          <a:xfrm>
            <a:off x="6183655" y="3926849"/>
            <a:ext cx="2673007" cy="24048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0" name="Объект 4"/>
          <p:cNvSpPr>
            <a:spLocks noGrp="1"/>
          </p:cNvSpPr>
          <p:nvPr>
            <p:ph sz="quarter" idx="16"/>
          </p:nvPr>
        </p:nvSpPr>
        <p:spPr>
          <a:xfrm>
            <a:off x="287339" y="1268413"/>
            <a:ext cx="8560318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586150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и 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268759"/>
            <a:ext cx="4176712" cy="5061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4"/>
          </p:nvPr>
        </p:nvSpPr>
        <p:spPr>
          <a:xfrm>
            <a:off x="287338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5" name="Объект 3"/>
          <p:cNvSpPr>
            <a:spLocks noGrp="1"/>
          </p:cNvSpPr>
          <p:nvPr>
            <p:ph sz="quarter" idx="15"/>
          </p:nvPr>
        </p:nvSpPr>
        <p:spPr>
          <a:xfrm>
            <a:off x="287338" y="3897311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7788649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и 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5" y="1268759"/>
            <a:ext cx="4159807" cy="2376141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5" y="3923099"/>
            <a:ext cx="4159807" cy="240626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3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3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7"/>
          </p:nvPr>
        </p:nvSpPr>
        <p:spPr>
          <a:xfrm>
            <a:off x="287338" y="3897311"/>
            <a:ext cx="4176711" cy="24479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7853120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5" y="1268759"/>
            <a:ext cx="4159807" cy="2376141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5" y="3923099"/>
            <a:ext cx="4159807" cy="240626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0" name="Объект 4"/>
          <p:cNvSpPr>
            <a:spLocks noGrp="1"/>
          </p:cNvSpPr>
          <p:nvPr>
            <p:ph sz="quarter" idx="16"/>
          </p:nvPr>
        </p:nvSpPr>
        <p:spPr>
          <a:xfrm>
            <a:off x="287338" y="1268413"/>
            <a:ext cx="4176712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8739476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5" y="1268759"/>
            <a:ext cx="4159807" cy="2376141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5" y="3923099"/>
            <a:ext cx="4159807" cy="240626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6" hasCustomPrompt="1"/>
          </p:nvPr>
        </p:nvSpPr>
        <p:spPr>
          <a:xfrm>
            <a:off x="287338" y="1268759"/>
            <a:ext cx="4161118" cy="2376141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7" hasCustomPrompt="1"/>
          </p:nvPr>
        </p:nvSpPr>
        <p:spPr>
          <a:xfrm>
            <a:off x="287338" y="3923099"/>
            <a:ext cx="4161118" cy="2406264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en-US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639646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пять дополн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4" name="Объект 4"/>
          <p:cNvSpPr>
            <a:spLocks noGrp="1"/>
          </p:cNvSpPr>
          <p:nvPr>
            <p:ph sz="quarter" idx="17"/>
          </p:nvPr>
        </p:nvSpPr>
        <p:spPr>
          <a:xfrm>
            <a:off x="287337" y="1268414"/>
            <a:ext cx="5653087" cy="33131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quarter" idx="18"/>
          </p:nvPr>
        </p:nvSpPr>
        <p:spPr>
          <a:xfrm>
            <a:off x="6156326" y="1272660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quarter" idx="19"/>
          </p:nvPr>
        </p:nvSpPr>
        <p:spPr>
          <a:xfrm>
            <a:off x="6156326" y="4809671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9" name="Объект 3"/>
          <p:cNvSpPr>
            <a:spLocks noGrp="1"/>
          </p:cNvSpPr>
          <p:nvPr>
            <p:ph sz="quarter" idx="20"/>
          </p:nvPr>
        </p:nvSpPr>
        <p:spPr>
          <a:xfrm>
            <a:off x="6156326" y="3041166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quarter" idx="21"/>
          </p:nvPr>
        </p:nvSpPr>
        <p:spPr>
          <a:xfrm>
            <a:off x="3221831" y="4809671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21" name="Объект 3"/>
          <p:cNvSpPr>
            <a:spLocks noGrp="1"/>
          </p:cNvSpPr>
          <p:nvPr>
            <p:ph sz="quarter" idx="22"/>
          </p:nvPr>
        </p:nvSpPr>
        <p:spPr>
          <a:xfrm>
            <a:off x="287338" y="4809671"/>
            <a:ext cx="2700338" cy="15128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7744799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ри объекта и рисунок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37" y="188640"/>
            <a:ext cx="8569325" cy="610499"/>
          </a:xfrm>
        </p:spPr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7" y="1241223"/>
            <a:ext cx="2700336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2" hasCustomPrompt="1"/>
          </p:nvPr>
        </p:nvSpPr>
        <p:spPr>
          <a:xfrm>
            <a:off x="3231621" y="1241223"/>
            <a:ext cx="2700336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3" hasCustomPrompt="1"/>
          </p:nvPr>
        </p:nvSpPr>
        <p:spPr>
          <a:xfrm>
            <a:off x="6156326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287336" y="1679949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231620" y="1679949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156325" y="1679949"/>
            <a:ext cx="270015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Рисунок 18"/>
          <p:cNvSpPr>
            <a:spLocks noGrp="1"/>
          </p:cNvSpPr>
          <p:nvPr>
            <p:ph type="pic" sz="quarter" idx="14" hasCustomPrompt="1"/>
          </p:nvPr>
        </p:nvSpPr>
        <p:spPr>
          <a:xfrm>
            <a:off x="287338" y="3933825"/>
            <a:ext cx="8569325" cy="2395538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21" name="Объект 20"/>
          <p:cNvSpPr>
            <a:spLocks noGrp="1"/>
          </p:cNvSpPr>
          <p:nvPr>
            <p:ph sz="quarter" idx="15" hasCustomPrompt="1"/>
          </p:nvPr>
        </p:nvSpPr>
        <p:spPr>
          <a:xfrm>
            <a:off x="287337" y="1726555"/>
            <a:ext cx="2700336" cy="1979775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23" name="Объект 22"/>
          <p:cNvSpPr>
            <a:spLocks noGrp="1"/>
          </p:cNvSpPr>
          <p:nvPr>
            <p:ph sz="quarter" idx="16" hasCustomPrompt="1"/>
          </p:nvPr>
        </p:nvSpPr>
        <p:spPr>
          <a:xfrm>
            <a:off x="3231621" y="1726555"/>
            <a:ext cx="2700337" cy="197987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25" name="Объект 24"/>
          <p:cNvSpPr>
            <a:spLocks noGrp="1"/>
          </p:cNvSpPr>
          <p:nvPr>
            <p:ph sz="quarter" idx="17" hasCustomPrompt="1"/>
          </p:nvPr>
        </p:nvSpPr>
        <p:spPr>
          <a:xfrm>
            <a:off x="6156325" y="1726555"/>
            <a:ext cx="2700000" cy="1979874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4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2690172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4 объек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41223"/>
            <a:ext cx="2700337" cy="5087159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3221038" y="1739255"/>
            <a:ext cx="2700000" cy="190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quarter" idx="13" hasCustomPrompt="1"/>
          </p:nvPr>
        </p:nvSpPr>
        <p:spPr>
          <a:xfrm>
            <a:off x="6156325" y="1739255"/>
            <a:ext cx="2700000" cy="190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1" name="Объект 10"/>
          <p:cNvSpPr>
            <a:spLocks noGrp="1"/>
          </p:cNvSpPr>
          <p:nvPr>
            <p:ph sz="quarter" idx="14" hasCustomPrompt="1"/>
          </p:nvPr>
        </p:nvSpPr>
        <p:spPr>
          <a:xfrm>
            <a:off x="3221038" y="4407372"/>
            <a:ext cx="2700000" cy="190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3" name="Объект 12"/>
          <p:cNvSpPr>
            <a:spLocks noGrp="1"/>
          </p:cNvSpPr>
          <p:nvPr>
            <p:ph sz="quarter" idx="15" hasCustomPrompt="1"/>
          </p:nvPr>
        </p:nvSpPr>
        <p:spPr>
          <a:xfrm>
            <a:off x="6156325" y="4407372"/>
            <a:ext cx="2700000" cy="190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3222000" y="1253923"/>
            <a:ext cx="270000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221038" y="16926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5"/>
          <p:cNvSpPr>
            <a:spLocks noGrp="1"/>
          </p:cNvSpPr>
          <p:nvPr>
            <p:ph type="body" sz="quarter" idx="17" hasCustomPrompt="1"/>
          </p:nvPr>
        </p:nvSpPr>
        <p:spPr>
          <a:xfrm>
            <a:off x="6156325" y="1253923"/>
            <a:ext cx="270000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6155363" y="16926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"/>
          <p:cNvSpPr>
            <a:spLocks noGrp="1"/>
          </p:cNvSpPr>
          <p:nvPr>
            <p:ph type="body" sz="quarter" idx="18" hasCustomPrompt="1"/>
          </p:nvPr>
        </p:nvSpPr>
        <p:spPr>
          <a:xfrm>
            <a:off x="3221038" y="3922040"/>
            <a:ext cx="270000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3220076" y="436076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Текст 5"/>
          <p:cNvSpPr>
            <a:spLocks noGrp="1"/>
          </p:cNvSpPr>
          <p:nvPr>
            <p:ph type="body" sz="quarter" idx="19" hasCustomPrompt="1"/>
          </p:nvPr>
        </p:nvSpPr>
        <p:spPr>
          <a:xfrm>
            <a:off x="6156663" y="3922040"/>
            <a:ext cx="270000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6155701" y="436076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20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41413834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рисунка и 3 блока текста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2"/>
            <a:ext cx="2700337" cy="1548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3221038" y="1268412"/>
            <a:ext cx="2700337" cy="1548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 hasCustomPrompt="1"/>
          </p:nvPr>
        </p:nvSpPr>
        <p:spPr>
          <a:xfrm>
            <a:off x="6156325" y="1268412"/>
            <a:ext cx="2700338" cy="1548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288131" y="3068960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 baseline="0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221039" y="3068960"/>
            <a:ext cx="2701130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6" hasCustomPrompt="1"/>
          </p:nvPr>
        </p:nvSpPr>
        <p:spPr>
          <a:xfrm>
            <a:off x="6157118" y="3068960"/>
            <a:ext cx="2700338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287338" y="3507686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3221038" y="3507686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6156325" y="3507686"/>
            <a:ext cx="270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бъект 5"/>
          <p:cNvSpPr>
            <a:spLocks noGrp="1"/>
          </p:cNvSpPr>
          <p:nvPr>
            <p:ph sz="quarter" idx="20" hasCustomPrompt="1"/>
          </p:nvPr>
        </p:nvSpPr>
        <p:spPr>
          <a:xfrm>
            <a:off x="287337" y="3554292"/>
            <a:ext cx="2700337" cy="279094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0" name="Объект 9"/>
          <p:cNvSpPr>
            <a:spLocks noGrp="1"/>
          </p:cNvSpPr>
          <p:nvPr>
            <p:ph sz="quarter" idx="21" hasCustomPrompt="1"/>
          </p:nvPr>
        </p:nvSpPr>
        <p:spPr>
          <a:xfrm>
            <a:off x="3221039" y="3554292"/>
            <a:ext cx="2700337" cy="279094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4" name="Объект 13"/>
          <p:cNvSpPr>
            <a:spLocks noGrp="1"/>
          </p:cNvSpPr>
          <p:nvPr>
            <p:ph sz="quarter" idx="22" hasCustomPrompt="1"/>
          </p:nvPr>
        </p:nvSpPr>
        <p:spPr>
          <a:xfrm>
            <a:off x="6157118" y="3554292"/>
            <a:ext cx="2700338" cy="279094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6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8446999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3"/>
            <a:ext cx="1980000" cy="1512887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6"/>
          </p:nvPr>
        </p:nvSpPr>
        <p:spPr>
          <a:xfrm>
            <a:off x="2484437" y="1268413"/>
            <a:ext cx="6372225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Объект 4"/>
          <p:cNvSpPr>
            <a:spLocks noGrp="1"/>
          </p:cNvSpPr>
          <p:nvPr>
            <p:ph sz="quarter" idx="17"/>
          </p:nvPr>
        </p:nvSpPr>
        <p:spPr>
          <a:xfrm>
            <a:off x="287338" y="3068639"/>
            <a:ext cx="2016125" cy="3276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809825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3 блока текс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3"/>
            <a:ext cx="2700337" cy="506095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9" name="Объект 4"/>
          <p:cNvSpPr>
            <a:spLocks noGrp="1"/>
          </p:cNvSpPr>
          <p:nvPr>
            <p:ph sz="quarter" idx="18"/>
          </p:nvPr>
        </p:nvSpPr>
        <p:spPr>
          <a:xfrm>
            <a:off x="3240088" y="1268413"/>
            <a:ext cx="5616574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19"/>
          </p:nvPr>
        </p:nvSpPr>
        <p:spPr>
          <a:xfrm>
            <a:off x="3240088" y="3055144"/>
            <a:ext cx="5616574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Объект 4"/>
          <p:cNvSpPr>
            <a:spLocks noGrp="1"/>
          </p:cNvSpPr>
          <p:nvPr>
            <p:ph sz="quarter" idx="20"/>
          </p:nvPr>
        </p:nvSpPr>
        <p:spPr>
          <a:xfrm>
            <a:off x="3240088" y="4841876"/>
            <a:ext cx="5616574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1701080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, объект слева и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6156325" y="1268413"/>
            <a:ext cx="2700338" cy="32766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0" name="Объект 4"/>
          <p:cNvSpPr>
            <a:spLocks noGrp="1"/>
          </p:cNvSpPr>
          <p:nvPr>
            <p:ph sz="quarter" idx="18"/>
          </p:nvPr>
        </p:nvSpPr>
        <p:spPr>
          <a:xfrm>
            <a:off x="287337" y="1268413"/>
            <a:ext cx="5653087" cy="33131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19"/>
          </p:nvPr>
        </p:nvSpPr>
        <p:spPr>
          <a:xfrm>
            <a:off x="287337" y="4797424"/>
            <a:ext cx="8569326" cy="15478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4980128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 и 3 объекта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3879772"/>
            <a:ext cx="2700337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3221038" y="3879772"/>
            <a:ext cx="2700337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6156325" y="3879772"/>
            <a:ext cx="2700338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287338" y="4318498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221038" y="4318498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156325" y="4318498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бъект 18"/>
          <p:cNvSpPr>
            <a:spLocks noGrp="1"/>
          </p:cNvSpPr>
          <p:nvPr>
            <p:ph sz="quarter" idx="15" hasCustomPrompt="1"/>
          </p:nvPr>
        </p:nvSpPr>
        <p:spPr>
          <a:xfrm>
            <a:off x="287338" y="4365104"/>
            <a:ext cx="2700000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16" hasCustomPrompt="1"/>
          </p:nvPr>
        </p:nvSpPr>
        <p:spPr>
          <a:xfrm>
            <a:off x="3221038" y="4365104"/>
            <a:ext cx="2700000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0" name="Объект 9"/>
          <p:cNvSpPr>
            <a:spLocks noGrp="1"/>
          </p:cNvSpPr>
          <p:nvPr>
            <p:ph sz="quarter" idx="17" hasCustomPrompt="1"/>
          </p:nvPr>
        </p:nvSpPr>
        <p:spPr>
          <a:xfrm>
            <a:off x="6156325" y="4365104"/>
            <a:ext cx="2700000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8" name="Объект 4"/>
          <p:cNvSpPr>
            <a:spLocks noGrp="1"/>
          </p:cNvSpPr>
          <p:nvPr>
            <p:ph sz="quarter" idx="19"/>
          </p:nvPr>
        </p:nvSpPr>
        <p:spPr>
          <a:xfrm>
            <a:off x="287337" y="1262018"/>
            <a:ext cx="8569326" cy="2454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4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7354468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 и 3 объекта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1241223"/>
            <a:ext cx="2700337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3221038" y="1241223"/>
            <a:ext cx="2700337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6156325" y="1241223"/>
            <a:ext cx="2700338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287338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221038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156325" y="1679949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бъект 18"/>
          <p:cNvSpPr>
            <a:spLocks noGrp="1"/>
          </p:cNvSpPr>
          <p:nvPr>
            <p:ph sz="quarter" idx="15" hasCustomPrompt="1"/>
          </p:nvPr>
        </p:nvSpPr>
        <p:spPr>
          <a:xfrm>
            <a:off x="287338" y="1726555"/>
            <a:ext cx="2700337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4" name="Объект 18"/>
          <p:cNvSpPr>
            <a:spLocks noGrp="1"/>
          </p:cNvSpPr>
          <p:nvPr>
            <p:ph sz="quarter" idx="16" hasCustomPrompt="1"/>
          </p:nvPr>
        </p:nvSpPr>
        <p:spPr>
          <a:xfrm>
            <a:off x="3221038" y="1726555"/>
            <a:ext cx="2700337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6" name="Объект 18"/>
          <p:cNvSpPr>
            <a:spLocks noGrp="1"/>
          </p:cNvSpPr>
          <p:nvPr>
            <p:ph sz="quarter" idx="17" hasCustomPrompt="1"/>
          </p:nvPr>
        </p:nvSpPr>
        <p:spPr>
          <a:xfrm>
            <a:off x="6156325" y="1726555"/>
            <a:ext cx="2700337" cy="1980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21" name="Объект 4"/>
          <p:cNvSpPr>
            <a:spLocks noGrp="1"/>
          </p:cNvSpPr>
          <p:nvPr>
            <p:ph sz="quarter" idx="19"/>
          </p:nvPr>
        </p:nvSpPr>
        <p:spPr>
          <a:xfrm>
            <a:off x="287337" y="3890918"/>
            <a:ext cx="8569326" cy="2454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20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4233243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объекта и 2 текс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1" hasCustomPrompt="1"/>
          </p:nvPr>
        </p:nvSpPr>
        <p:spPr>
          <a:xfrm>
            <a:off x="287338" y="4421682"/>
            <a:ext cx="2700337" cy="1908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6156325" y="1726555"/>
            <a:ext cx="2700338" cy="1908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3933825"/>
            <a:ext cx="2700000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87338" y="437507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0028" y="1248594"/>
            <a:ext cx="2700000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="1"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6160028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бъект 4"/>
          <p:cNvSpPr>
            <a:spLocks noGrp="1"/>
          </p:cNvSpPr>
          <p:nvPr>
            <p:ph sz="quarter" idx="19"/>
          </p:nvPr>
        </p:nvSpPr>
        <p:spPr>
          <a:xfrm>
            <a:off x="3240087" y="3890918"/>
            <a:ext cx="5616575" cy="2454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Объект 4"/>
          <p:cNvSpPr>
            <a:spLocks noGrp="1"/>
          </p:cNvSpPr>
          <p:nvPr>
            <p:ph sz="quarter" idx="20"/>
          </p:nvPr>
        </p:nvSpPr>
        <p:spPr>
          <a:xfrm>
            <a:off x="287338" y="1262018"/>
            <a:ext cx="5616575" cy="2454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5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8313527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ри рисунка, 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2018"/>
            <a:ext cx="2700000" cy="2376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3221038" y="3933825"/>
            <a:ext cx="2700000" cy="2376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 hasCustomPrompt="1"/>
          </p:nvPr>
        </p:nvSpPr>
        <p:spPr>
          <a:xfrm>
            <a:off x="6156325" y="1262018"/>
            <a:ext cx="2700000" cy="23760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2" name="Объект 4"/>
          <p:cNvSpPr>
            <a:spLocks noGrp="1"/>
          </p:cNvSpPr>
          <p:nvPr>
            <p:ph sz="quarter" idx="20"/>
          </p:nvPr>
        </p:nvSpPr>
        <p:spPr>
          <a:xfrm>
            <a:off x="3222000" y="1262018"/>
            <a:ext cx="2700000" cy="2376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Объект 4"/>
          <p:cNvSpPr>
            <a:spLocks noGrp="1"/>
          </p:cNvSpPr>
          <p:nvPr>
            <p:ph sz="quarter" idx="21"/>
          </p:nvPr>
        </p:nvSpPr>
        <p:spPr>
          <a:xfrm>
            <a:off x="287338" y="3933825"/>
            <a:ext cx="2700000" cy="2376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7" name="Объект 4"/>
          <p:cNvSpPr>
            <a:spLocks noGrp="1"/>
          </p:cNvSpPr>
          <p:nvPr>
            <p:ph sz="quarter" idx="22"/>
          </p:nvPr>
        </p:nvSpPr>
        <p:spPr>
          <a:xfrm>
            <a:off x="6156325" y="3933825"/>
            <a:ext cx="2700000" cy="2376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8045982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ри объекта и три блока с текстом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1" hasCustomPrompt="1"/>
          </p:nvPr>
        </p:nvSpPr>
        <p:spPr>
          <a:xfrm>
            <a:off x="287338" y="1268413"/>
            <a:ext cx="1980000" cy="15128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287338" y="3032919"/>
            <a:ext cx="1980000" cy="15128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quarter" idx="13" hasCustomPrompt="1"/>
          </p:nvPr>
        </p:nvSpPr>
        <p:spPr>
          <a:xfrm>
            <a:off x="287338" y="4797425"/>
            <a:ext cx="1980000" cy="1512887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3" name="Объект 4"/>
          <p:cNvSpPr>
            <a:spLocks noGrp="1"/>
          </p:cNvSpPr>
          <p:nvPr>
            <p:ph sz="quarter" idx="19"/>
          </p:nvPr>
        </p:nvSpPr>
        <p:spPr>
          <a:xfrm>
            <a:off x="2484438" y="1262018"/>
            <a:ext cx="6372225" cy="15192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4" name="Объект 4"/>
          <p:cNvSpPr>
            <a:spLocks noGrp="1"/>
          </p:cNvSpPr>
          <p:nvPr>
            <p:ph sz="quarter" idx="20"/>
          </p:nvPr>
        </p:nvSpPr>
        <p:spPr>
          <a:xfrm>
            <a:off x="2484438" y="3055223"/>
            <a:ext cx="6372225" cy="15192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Объект 4"/>
          <p:cNvSpPr>
            <a:spLocks noGrp="1"/>
          </p:cNvSpPr>
          <p:nvPr>
            <p:ph sz="quarter" idx="21"/>
          </p:nvPr>
        </p:nvSpPr>
        <p:spPr>
          <a:xfrm>
            <a:off x="2484438" y="4825956"/>
            <a:ext cx="6372225" cy="15192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8465005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Кейс про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7" hasCustomPrompt="1"/>
          </p:nvPr>
        </p:nvSpPr>
        <p:spPr>
          <a:xfrm>
            <a:off x="2483768" y="3032956"/>
            <a:ext cx="6372895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4" name="Текст 8"/>
          <p:cNvSpPr>
            <a:spLocks noGrp="1"/>
          </p:cNvSpPr>
          <p:nvPr>
            <p:ph type="body" sz="quarter" idx="19" hasCustomPrompt="1"/>
          </p:nvPr>
        </p:nvSpPr>
        <p:spPr>
          <a:xfrm>
            <a:off x="287338" y="1241223"/>
            <a:ext cx="6372895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87338" y="1679949"/>
            <a:ext cx="637289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9"/>
          <p:cNvCxnSpPr/>
          <p:nvPr/>
        </p:nvCxnSpPr>
        <p:spPr>
          <a:xfrm>
            <a:off x="2483769" y="3471682"/>
            <a:ext cx="637289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4"/>
          <p:cNvSpPr>
            <a:spLocks noGrp="1"/>
          </p:cNvSpPr>
          <p:nvPr>
            <p:ph sz="quarter" idx="20"/>
          </p:nvPr>
        </p:nvSpPr>
        <p:spPr>
          <a:xfrm>
            <a:off x="287338" y="3068638"/>
            <a:ext cx="2016125" cy="3276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7" name="Объект 4"/>
          <p:cNvSpPr>
            <a:spLocks noGrp="1"/>
          </p:cNvSpPr>
          <p:nvPr>
            <p:ph sz="quarter" idx="23"/>
          </p:nvPr>
        </p:nvSpPr>
        <p:spPr>
          <a:xfrm>
            <a:off x="6877050" y="1243088"/>
            <a:ext cx="1979613" cy="152127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4"/>
          </p:nvPr>
        </p:nvSpPr>
        <p:spPr>
          <a:xfrm>
            <a:off x="287338" y="1736725"/>
            <a:ext cx="6408737" cy="1044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25"/>
          </p:nvPr>
        </p:nvSpPr>
        <p:spPr>
          <a:xfrm>
            <a:off x="2484438" y="3536950"/>
            <a:ext cx="6372225" cy="2808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3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9567142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подзаголовка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41223"/>
            <a:ext cx="4140200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287338" y="1726555"/>
            <a:ext cx="4140200" cy="4608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 hasCustomPrompt="1"/>
          </p:nvPr>
        </p:nvSpPr>
        <p:spPr>
          <a:xfrm>
            <a:off x="4679366" y="1241223"/>
            <a:ext cx="4140200" cy="360000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sp>
        <p:nvSpPr>
          <p:cNvPr id="17" name="Объект 16"/>
          <p:cNvSpPr>
            <a:spLocks noGrp="1"/>
          </p:cNvSpPr>
          <p:nvPr>
            <p:ph sz="quarter" idx="14" hasCustomPrompt="1"/>
          </p:nvPr>
        </p:nvSpPr>
        <p:spPr>
          <a:xfrm>
            <a:off x="4683126" y="1726555"/>
            <a:ext cx="4140200" cy="4608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287338" y="1679949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4679366" y="1679949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1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7410316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объек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3"/>
            <a:ext cx="5634037" cy="506095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6156325" y="1726554"/>
            <a:ext cx="2700338" cy="4582765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6156325" y="1241223"/>
            <a:ext cx="2700338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6156325" y="1679949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603213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6" name="Текст 5"/>
          <p:cNvSpPr>
            <a:spLocks noGrp="1"/>
          </p:cNvSpPr>
          <p:nvPr>
            <p:ph type="body" sz="quarter" idx="19" hasCustomPrompt="1"/>
          </p:nvPr>
        </p:nvSpPr>
        <p:spPr>
          <a:xfrm>
            <a:off x="287337" y="393447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287337" y="437145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"/>
          <p:cNvSpPr>
            <a:spLocks noGrp="1"/>
          </p:cNvSpPr>
          <p:nvPr>
            <p:ph type="body" sz="quarter" idx="21" hasCustomPrompt="1"/>
          </p:nvPr>
        </p:nvSpPr>
        <p:spPr>
          <a:xfrm>
            <a:off x="3221038" y="393447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3221038" y="437145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Текст 5"/>
          <p:cNvSpPr>
            <a:spLocks noGrp="1"/>
          </p:cNvSpPr>
          <p:nvPr>
            <p:ph type="body" sz="quarter" idx="23" hasCustomPrompt="1"/>
          </p:nvPr>
        </p:nvSpPr>
        <p:spPr>
          <a:xfrm>
            <a:off x="6156325" y="393447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6156325" y="4371456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4"/>
          <p:cNvSpPr>
            <a:spLocks noGrp="1"/>
          </p:cNvSpPr>
          <p:nvPr>
            <p:ph sz="quarter" idx="24" hasCustomPrompt="1"/>
          </p:nvPr>
        </p:nvSpPr>
        <p:spPr>
          <a:xfrm>
            <a:off x="287337" y="1726555"/>
            <a:ext cx="2700337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25" name="Текст 5"/>
          <p:cNvSpPr>
            <a:spLocks noGrp="1"/>
          </p:cNvSpPr>
          <p:nvPr>
            <p:ph type="body" sz="quarter" idx="25" hasCustomPrompt="1"/>
          </p:nvPr>
        </p:nvSpPr>
        <p:spPr>
          <a:xfrm>
            <a:off x="287337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287337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 5"/>
          <p:cNvSpPr>
            <a:spLocks noGrp="1"/>
          </p:cNvSpPr>
          <p:nvPr>
            <p:ph type="body" sz="quarter" idx="27" hasCustomPrompt="1"/>
          </p:nvPr>
        </p:nvSpPr>
        <p:spPr>
          <a:xfrm>
            <a:off x="3221038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3221038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5"/>
          <p:cNvSpPr>
            <a:spLocks noGrp="1"/>
          </p:cNvSpPr>
          <p:nvPr>
            <p:ph type="body" sz="quarter" idx="29" hasCustomPrompt="1"/>
          </p:nvPr>
        </p:nvSpPr>
        <p:spPr>
          <a:xfrm>
            <a:off x="6156325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6156325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бъект 32"/>
          <p:cNvSpPr>
            <a:spLocks noGrp="1"/>
          </p:cNvSpPr>
          <p:nvPr>
            <p:ph sz="quarter" idx="30" hasCustomPrompt="1"/>
          </p:nvPr>
        </p:nvSpPr>
        <p:spPr>
          <a:xfrm>
            <a:off x="3221038" y="1726555"/>
            <a:ext cx="2700337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5" name="Объект 34"/>
          <p:cNvSpPr>
            <a:spLocks noGrp="1"/>
          </p:cNvSpPr>
          <p:nvPr>
            <p:ph sz="quarter" idx="31" hasCustomPrompt="1"/>
          </p:nvPr>
        </p:nvSpPr>
        <p:spPr>
          <a:xfrm>
            <a:off x="6156325" y="1726555"/>
            <a:ext cx="2700338" cy="1926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7" name="Объект 36"/>
          <p:cNvSpPr>
            <a:spLocks noGrp="1"/>
          </p:cNvSpPr>
          <p:nvPr>
            <p:ph sz="quarter" idx="32" hasCustomPrompt="1"/>
          </p:nvPr>
        </p:nvSpPr>
        <p:spPr>
          <a:xfrm>
            <a:off x="287338" y="4418062"/>
            <a:ext cx="2700337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9" name="Объект 38"/>
          <p:cNvSpPr>
            <a:spLocks noGrp="1"/>
          </p:cNvSpPr>
          <p:nvPr>
            <p:ph sz="quarter" idx="33" hasCustomPrompt="1"/>
          </p:nvPr>
        </p:nvSpPr>
        <p:spPr>
          <a:xfrm>
            <a:off x="3221038" y="4418062"/>
            <a:ext cx="2700337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41" name="Объект 40"/>
          <p:cNvSpPr>
            <a:spLocks noGrp="1"/>
          </p:cNvSpPr>
          <p:nvPr>
            <p:ph sz="quarter" idx="34" hasCustomPrompt="1"/>
          </p:nvPr>
        </p:nvSpPr>
        <p:spPr>
          <a:xfrm>
            <a:off x="6156325" y="4418062"/>
            <a:ext cx="2700338" cy="1927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3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27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4177003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текста и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quarter" idx="13" hasCustomPrompt="1"/>
          </p:nvPr>
        </p:nvSpPr>
        <p:spPr>
          <a:xfrm>
            <a:off x="3239852" y="1726555"/>
            <a:ext cx="2700337" cy="2916213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11" name="Объект 10"/>
          <p:cNvSpPr>
            <a:spLocks noGrp="1"/>
          </p:cNvSpPr>
          <p:nvPr>
            <p:ph sz="quarter" idx="14" hasCustomPrompt="1"/>
          </p:nvPr>
        </p:nvSpPr>
        <p:spPr>
          <a:xfrm>
            <a:off x="6156325" y="1726555"/>
            <a:ext cx="2700338" cy="2916213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 hasCustomPrompt="1"/>
          </p:nvPr>
        </p:nvSpPr>
        <p:spPr>
          <a:xfrm>
            <a:off x="3239852" y="1241223"/>
            <a:ext cx="2700337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239852" y="1679949"/>
            <a:ext cx="27003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6156325" y="1679949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бъект 4"/>
          <p:cNvSpPr>
            <a:spLocks noGrp="1"/>
          </p:cNvSpPr>
          <p:nvPr>
            <p:ph sz="quarter" idx="20"/>
          </p:nvPr>
        </p:nvSpPr>
        <p:spPr>
          <a:xfrm>
            <a:off x="287339" y="1268412"/>
            <a:ext cx="2736850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8" name="Объект 4"/>
          <p:cNvSpPr>
            <a:spLocks noGrp="1"/>
          </p:cNvSpPr>
          <p:nvPr>
            <p:ph sz="quarter" idx="21"/>
          </p:nvPr>
        </p:nvSpPr>
        <p:spPr>
          <a:xfrm>
            <a:off x="3239851" y="4797425"/>
            <a:ext cx="5616811" cy="15478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22" hasCustomPrompt="1"/>
          </p:nvPr>
        </p:nvSpPr>
        <p:spPr>
          <a:xfrm>
            <a:off x="6156325" y="1241223"/>
            <a:ext cx="2700338" cy="3600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/>
              <a:t>Введите заголовок</a:t>
            </a:r>
          </a:p>
        </p:txBody>
      </p:sp>
      <p:sp>
        <p:nvSpPr>
          <p:cNvPr id="14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6501869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объекта, текст сверху и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68412"/>
            <a:ext cx="8569325" cy="68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7" y="5645363"/>
            <a:ext cx="8569325" cy="68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10" name="Объект 4"/>
          <p:cNvSpPr>
            <a:spLocks noGrp="1"/>
          </p:cNvSpPr>
          <p:nvPr>
            <p:ph sz="quarter" idx="20"/>
          </p:nvPr>
        </p:nvSpPr>
        <p:spPr>
          <a:xfrm>
            <a:off x="287338" y="2204865"/>
            <a:ext cx="4176711" cy="3240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Объект 4"/>
          <p:cNvSpPr>
            <a:spLocks noGrp="1"/>
          </p:cNvSpPr>
          <p:nvPr>
            <p:ph sz="quarter" idx="21"/>
          </p:nvPr>
        </p:nvSpPr>
        <p:spPr>
          <a:xfrm>
            <a:off x="4673600" y="2204865"/>
            <a:ext cx="4176711" cy="3240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32503388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 объект, текст сверху и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68413"/>
            <a:ext cx="8569325" cy="684000"/>
          </a:xfr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5645363"/>
            <a:ext cx="8569325" cy="684000"/>
          </a:xfr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9" name="Объект 4"/>
          <p:cNvSpPr>
            <a:spLocks noGrp="1"/>
          </p:cNvSpPr>
          <p:nvPr>
            <p:ph sz="quarter" idx="20"/>
          </p:nvPr>
        </p:nvSpPr>
        <p:spPr>
          <a:xfrm>
            <a:off x="287338" y="2204865"/>
            <a:ext cx="8569325" cy="3240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4302391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текста и объек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dirty="0"/>
              <a:t>Введите заголовок</a:t>
            </a:r>
          </a:p>
        </p:txBody>
      </p:sp>
      <p:sp>
        <p:nvSpPr>
          <p:cNvPr id="11" name="Объект 10"/>
          <p:cNvSpPr>
            <a:spLocks noGrp="1"/>
          </p:cNvSpPr>
          <p:nvPr>
            <p:ph sz="quarter" idx="13" hasCustomPrompt="1"/>
          </p:nvPr>
        </p:nvSpPr>
        <p:spPr>
          <a:xfrm>
            <a:off x="6156325" y="1726555"/>
            <a:ext cx="2700338" cy="4592551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6156325" y="1241223"/>
            <a:ext cx="2700338" cy="360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/>
            </a:lvl1pPr>
          </a:lstStyle>
          <a:p>
            <a:pPr lvl="0"/>
            <a:r>
              <a:rPr lang="ru-RU" dirty="0"/>
              <a:t>Введите заголовок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156325" y="1679949"/>
            <a:ext cx="27003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бъект 4"/>
          <p:cNvSpPr>
            <a:spLocks noGrp="1"/>
          </p:cNvSpPr>
          <p:nvPr>
            <p:ph sz="quarter" idx="20"/>
          </p:nvPr>
        </p:nvSpPr>
        <p:spPr>
          <a:xfrm>
            <a:off x="287339" y="1268412"/>
            <a:ext cx="2736850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5" name="Объект 4"/>
          <p:cNvSpPr>
            <a:spLocks noGrp="1"/>
          </p:cNvSpPr>
          <p:nvPr>
            <p:ph sz="quarter" idx="21"/>
          </p:nvPr>
        </p:nvSpPr>
        <p:spPr>
          <a:xfrm>
            <a:off x="3203575" y="1268412"/>
            <a:ext cx="2736850" cy="50768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42130074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 и 6 рисунк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287338" y="3033713"/>
            <a:ext cx="2700337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 hasCustomPrompt="1"/>
          </p:nvPr>
        </p:nvSpPr>
        <p:spPr>
          <a:xfrm>
            <a:off x="3221038" y="3033713"/>
            <a:ext cx="2700337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4" hasCustomPrompt="1"/>
          </p:nvPr>
        </p:nvSpPr>
        <p:spPr>
          <a:xfrm>
            <a:off x="6156325" y="3033713"/>
            <a:ext cx="2700338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5" hasCustomPrompt="1"/>
          </p:nvPr>
        </p:nvSpPr>
        <p:spPr>
          <a:xfrm>
            <a:off x="287338" y="4797425"/>
            <a:ext cx="2700337" cy="1531938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5" name="Рисунок 14"/>
          <p:cNvSpPr>
            <a:spLocks noGrp="1"/>
          </p:cNvSpPr>
          <p:nvPr>
            <p:ph type="pic" sz="quarter" idx="16" hasCustomPrompt="1"/>
          </p:nvPr>
        </p:nvSpPr>
        <p:spPr>
          <a:xfrm>
            <a:off x="3221038" y="4797425"/>
            <a:ext cx="2700337" cy="1531938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7" name="Рисунок 16"/>
          <p:cNvSpPr>
            <a:spLocks noGrp="1"/>
          </p:cNvSpPr>
          <p:nvPr>
            <p:ph type="pic" sz="quarter" idx="17" hasCustomPrompt="1"/>
          </p:nvPr>
        </p:nvSpPr>
        <p:spPr>
          <a:xfrm>
            <a:off x="6156325" y="4797425"/>
            <a:ext cx="2700338" cy="1531938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  <a:p>
            <a:pPr lvl="0"/>
            <a:endParaRPr lang="ru-RU" dirty="0"/>
          </a:p>
        </p:txBody>
      </p:sp>
      <p:sp>
        <p:nvSpPr>
          <p:cNvPr id="16" name="Объект 4"/>
          <p:cNvSpPr>
            <a:spLocks noGrp="1"/>
          </p:cNvSpPr>
          <p:nvPr>
            <p:ph sz="quarter" idx="20"/>
          </p:nvPr>
        </p:nvSpPr>
        <p:spPr>
          <a:xfrm>
            <a:off x="287338" y="1268413"/>
            <a:ext cx="8569325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4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17471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solidFill>
            <a:srgbClr val="FFFFFF">
              <a:alpha val="80000"/>
            </a:srgbClr>
          </a:solidFill>
        </p:spPr>
        <p:txBody>
          <a:bodyPr vert="horz" lIns="72000" tIns="72000" rIns="72000" bIns="7200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466911" y="4797424"/>
            <a:ext cx="3960627" cy="1351645"/>
          </a:xfrm>
          <a:solidFill>
            <a:srgbClr val="FFFFFF">
              <a:alpha val="80000"/>
            </a:srgbClr>
          </a:solidFill>
        </p:spPr>
        <p:txBody>
          <a:bodyPr lIns="72000" tIns="72000" rIns="72000" bIns="72000">
            <a:noAutofit/>
          </a:bodyPr>
          <a:lstStyle>
            <a:lvl1pPr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9229374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подпись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5645363"/>
            <a:ext cx="8569325" cy="684000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9" name="Объект 4"/>
          <p:cNvSpPr>
            <a:spLocks noGrp="1"/>
          </p:cNvSpPr>
          <p:nvPr>
            <p:ph sz="quarter" idx="20"/>
          </p:nvPr>
        </p:nvSpPr>
        <p:spPr>
          <a:xfrm>
            <a:off x="287338" y="1268413"/>
            <a:ext cx="8569325" cy="41768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2134827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три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16" hasCustomPrompt="1"/>
          </p:nvPr>
        </p:nvSpPr>
        <p:spPr>
          <a:xfrm>
            <a:off x="296053" y="3933825"/>
            <a:ext cx="2663825" cy="2395538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  <a:lvl2pPr>
              <a:defRPr b="0"/>
            </a:lvl2pPr>
            <a:lvl3pPr>
              <a:defRPr b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3" name="Объект 12"/>
          <p:cNvSpPr>
            <a:spLocks noGrp="1"/>
          </p:cNvSpPr>
          <p:nvPr>
            <p:ph sz="quarter" idx="17" hasCustomPrompt="1"/>
          </p:nvPr>
        </p:nvSpPr>
        <p:spPr>
          <a:xfrm>
            <a:off x="3240088" y="3933825"/>
            <a:ext cx="2663825" cy="2395538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  <a:lvl2pPr>
              <a:defRPr b="0"/>
            </a:lvl2pPr>
            <a:lvl3pPr>
              <a:defRPr b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5" name="Объект 14"/>
          <p:cNvSpPr>
            <a:spLocks noGrp="1"/>
          </p:cNvSpPr>
          <p:nvPr>
            <p:ph sz="quarter" idx="18" hasCustomPrompt="1"/>
          </p:nvPr>
        </p:nvSpPr>
        <p:spPr>
          <a:xfrm>
            <a:off x="6183656" y="3933825"/>
            <a:ext cx="2664000" cy="2395538"/>
          </a:xfrm>
        </p:spPr>
        <p:txBody>
          <a:bodyPr/>
          <a:lstStyle>
            <a:lvl1pPr>
              <a:spcBef>
                <a:spcPts val="0"/>
              </a:spcBef>
              <a:buFont typeface="Wingdings" pitchFamily="2" charset="2"/>
              <a:defRPr b="0"/>
            </a:lvl1pPr>
            <a:lvl2pPr>
              <a:defRPr b="0"/>
            </a:lvl2pPr>
            <a:lvl3pPr>
              <a:defRPr b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Объект 4"/>
          <p:cNvSpPr>
            <a:spLocks noGrp="1"/>
          </p:cNvSpPr>
          <p:nvPr>
            <p:ph sz="quarter" idx="20"/>
          </p:nvPr>
        </p:nvSpPr>
        <p:spPr>
          <a:xfrm>
            <a:off x="287338" y="1268413"/>
            <a:ext cx="8569325" cy="24479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0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15589870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рисунка и две подпис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 hasCustomPrompt="1"/>
          </p:nvPr>
        </p:nvSpPr>
        <p:spPr>
          <a:xfrm>
            <a:off x="287338" y="1268413"/>
            <a:ext cx="8569325" cy="19440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5" hasCustomPrompt="1"/>
          </p:nvPr>
        </p:nvSpPr>
        <p:spPr>
          <a:xfrm>
            <a:off x="287338" y="3861048"/>
            <a:ext cx="8569325" cy="19440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/>
              <a:t>Вставьте рисунок</a:t>
            </a:r>
          </a:p>
          <a:p>
            <a:pPr lvl="0"/>
            <a:endParaRPr lang="en-US" dirty="0"/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3293451"/>
            <a:ext cx="8569325" cy="426911"/>
          </a:xfrm>
        </p:spPr>
        <p:txBody>
          <a:bodyPr>
            <a:noAutofit/>
          </a:bodyPr>
          <a:lstStyle>
            <a:lvl1pPr>
              <a:defRPr sz="1400"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7" hasCustomPrompt="1"/>
          </p:nvPr>
        </p:nvSpPr>
        <p:spPr>
          <a:xfrm>
            <a:off x="287338" y="5901467"/>
            <a:ext cx="8569325" cy="427896"/>
          </a:xfrm>
        </p:spPr>
        <p:txBody>
          <a:bodyPr>
            <a:noAutofit/>
          </a:bodyPr>
          <a:lstStyle>
            <a:lvl1pPr>
              <a:defRPr sz="1400" b="0"/>
            </a:lvl1pPr>
          </a:lstStyle>
          <a:p>
            <a:pPr lvl="0"/>
            <a:r>
              <a:rPr lang="ru-RU" dirty="0"/>
              <a:t>Введите текст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</p:txBody>
      </p:sp>
      <p:sp>
        <p:nvSpPr>
          <p:cNvPr id="9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8328719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два дополн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/>
              <a:t>Введите заголовок</a:t>
            </a:r>
          </a:p>
        </p:txBody>
      </p:sp>
      <p:sp>
        <p:nvSpPr>
          <p:cNvPr id="10" name="Объект 4"/>
          <p:cNvSpPr>
            <a:spLocks noGrp="1"/>
          </p:cNvSpPr>
          <p:nvPr>
            <p:ph sz="quarter" idx="20"/>
          </p:nvPr>
        </p:nvSpPr>
        <p:spPr>
          <a:xfrm>
            <a:off x="6156325" y="3068638"/>
            <a:ext cx="2700336" cy="3276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Объект 4"/>
          <p:cNvSpPr>
            <a:spLocks noGrp="1"/>
          </p:cNvSpPr>
          <p:nvPr>
            <p:ph sz="quarter" idx="21"/>
          </p:nvPr>
        </p:nvSpPr>
        <p:spPr>
          <a:xfrm>
            <a:off x="6156325" y="1268412"/>
            <a:ext cx="2700336" cy="15128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9" name="Объект 4"/>
          <p:cNvSpPr>
            <a:spLocks noGrp="1"/>
          </p:cNvSpPr>
          <p:nvPr>
            <p:ph sz="quarter" idx="22"/>
          </p:nvPr>
        </p:nvSpPr>
        <p:spPr>
          <a:xfrm>
            <a:off x="287337" y="1268412"/>
            <a:ext cx="5653087" cy="507682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20828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 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2876301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Введите заголовок</a:t>
            </a:r>
            <a:endParaRPr lang="en-US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1" hasCustomPrompt="1"/>
          </p:nvPr>
        </p:nvSpPr>
        <p:spPr>
          <a:xfrm>
            <a:off x="287338" y="1268413"/>
            <a:ext cx="8569325" cy="506095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buFont typeface="Wingdings" pitchFamily="2" charset="2"/>
              <a:buNone/>
              <a:defRPr lang="ru-RU" sz="1400" b="1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200" b="1"/>
            </a:lvl2pPr>
            <a:lvl3pPr marL="0" indent="0">
              <a:spcBef>
                <a:spcPts val="0"/>
              </a:spcBef>
              <a:spcAft>
                <a:spcPts val="1200"/>
              </a:spcAft>
              <a:buFontTx/>
              <a:buNone/>
              <a:defRPr sz="120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/>
              <a:t>Введите текст или вставьте объект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Располагайте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объекты в рамках модульной сетки,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заданной направляющими.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отображения/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скрытия направляющих используйте Alt+F9.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уровней текста используйте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выделение+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строку и нажмите </a:t>
            </a:r>
            <a:b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Первый 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</a:rPr>
              <a:t>уровень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5" name="Rectangle 6"/>
          <p:cNvSpPr/>
          <p:nvPr/>
        </p:nvSpPr>
        <p:spPr>
          <a:xfrm>
            <a:off x="9144000" y="5331879"/>
            <a:ext cx="2082800" cy="159279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отображения колонтитула Gazprom Neft убедитесь, что выбран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его русскоязычный вариант (Газпром нефть) и нажмите на кнопку «Язык шаблона»</a:t>
            </a:r>
          </a:p>
        </p:txBody>
      </p:sp>
    </p:spTree>
    <p:extLst>
      <p:ext uri="{BB962C8B-B14F-4D97-AF65-F5344CB8AC3E}">
        <p14:creationId xmlns:p14="http://schemas.microsoft.com/office/powerpoint/2010/main" val="586829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D853BD-D4C8-4E2B-AF16-DF1CC9174DE2}" type="datetimeFigureOut">
              <a:rPr lang="ru-RU" smtClean="0"/>
              <a:t>26.09.2019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1B7400B-145C-4B9B-A364-381ACCF02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31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vmlDrawing" Target="../drawings/vmlDrawing1.v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211695172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7" name="think-cell Slide" r:id="rId58" imgW="270" imgH="270" progId="TCLayout.ActiveDocument.1">
                  <p:embed/>
                </p:oleObj>
              </mc:Choice>
              <mc:Fallback>
                <p:oleObj name="think-cell Slide" r:id="rId58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338" y="188640"/>
            <a:ext cx="8560318" cy="6104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7339" y="1268413"/>
            <a:ext cx="8569324" cy="5060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Первый уровень</a:t>
            </a:r>
          </a:p>
          <a:p>
            <a:pPr lvl="2"/>
            <a:r>
              <a:rPr lang="ru-RU" dirty="0"/>
              <a:t>Второй уровень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87338" y="1011208"/>
            <a:ext cx="856031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8638360" y="6535169"/>
            <a:ext cx="0" cy="108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8722273" y="6503915"/>
            <a:ext cx="216024" cy="161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algn="l"/>
            <a:fld id="{AF528B6D-1001-487C-8FFE-85B114390330}" type="slidenum">
              <a:rPr lang="ru-RU" sz="1000" b="1" smtClean="0">
                <a:solidFill>
                  <a:schemeClr val="tx1"/>
                </a:solidFill>
              </a:rPr>
              <a:pPr algn="l"/>
              <a:t>‹#›</a:t>
            </a:fld>
            <a:endParaRPr lang="ru-RU" sz="1000" b="1" dirty="0">
              <a:solidFill>
                <a:schemeClr val="tx1"/>
              </a:solidFill>
            </a:endParaRPr>
          </a:p>
        </p:txBody>
      </p:sp>
      <p:sp>
        <p:nvSpPr>
          <p:cNvPr id="12" name="LogoRus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algn="r"/>
            <a:r>
              <a:rPr lang="ru-RU" sz="1000" noProof="0" dirty="0">
                <a:solidFill>
                  <a:schemeClr val="bg2"/>
                </a:solidFill>
              </a:rPr>
              <a:t>Газпром нефть</a:t>
            </a:r>
          </a:p>
        </p:txBody>
      </p:sp>
      <p:sp>
        <p:nvSpPr>
          <p:cNvPr id="13" name="LogoEng" hidden="1"/>
          <p:cNvSpPr/>
          <p:nvPr/>
        </p:nvSpPr>
        <p:spPr>
          <a:xfrm>
            <a:off x="5435200" y="6500048"/>
            <a:ext cx="3150000" cy="16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 algn="r"/>
            <a:r>
              <a:rPr lang="en-US" sz="1000" noProof="0" dirty="0">
                <a:solidFill>
                  <a:schemeClr val="bg2"/>
                </a:solidFill>
              </a:rPr>
              <a:t>Gazprom</a:t>
            </a:r>
            <a:r>
              <a:rPr lang="en-US" sz="1000" baseline="0" noProof="0" dirty="0">
                <a:solidFill>
                  <a:schemeClr val="bg2"/>
                </a:solidFill>
              </a:rPr>
              <a:t> </a:t>
            </a:r>
            <a:r>
              <a:rPr lang="en-US" sz="1000" baseline="0" noProof="0" dirty="0" err="1">
                <a:solidFill>
                  <a:schemeClr val="bg2"/>
                </a:solidFill>
              </a:rPr>
              <a:t>Neft</a:t>
            </a:r>
            <a:endParaRPr lang="ru-RU" sz="1000" noProof="0" dirty="0">
              <a:solidFill>
                <a:schemeClr val="bg2"/>
              </a:solidFill>
            </a:endParaRPr>
          </a:p>
        </p:txBody>
      </p:sp>
      <p:sp>
        <p:nvSpPr>
          <p:cNvPr id="4" name="Footer"/>
          <p:cNvSpPr/>
          <p:nvPr/>
        </p:nvSpPr>
        <p:spPr>
          <a:xfrm>
            <a:off x="297655" y="6499447"/>
            <a:ext cx="5040000" cy="165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endParaRPr lang="ru-RU" sz="1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78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90000"/>
        <a:buFont typeface="Wingdings" pitchFamily="2" charset="2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marR="0" indent="-180975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0838" indent="-169863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§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ortNam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ru-RU" dirty="0">
                <a:latin typeface="Arial Narrow" panose="020B0606020202030204" pitchFamily="34" charset="0"/>
              </a:rPr>
            </a:br>
            <a:endParaRPr lang="ru-RU" dirty="0">
              <a:latin typeface="Arial Narrow" panose="020B060602020203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144000" cy="36004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18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3"/>
    </mc:Choice>
    <mc:Fallback xmlns="">
      <p:transition spd="slow" advTm="166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am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Arial Narrow" panose="020B0606020202030204" pitchFamily="34" charset="0"/>
              </a:rPr>
              <a:t>Эксплуатационное бурение</a:t>
            </a:r>
            <a:r>
              <a:rPr lang="en-US" b="1" dirty="0">
                <a:latin typeface="Arial Narrow" panose="020B0606020202030204" pitchFamily="34" charset="0"/>
              </a:rPr>
              <a:t> (</a:t>
            </a:r>
            <a:r>
              <a:rPr lang="ru-RU" b="1" dirty="0">
                <a:latin typeface="Arial Narrow" panose="020B0606020202030204" pitchFamily="34" charset="0"/>
              </a:rPr>
              <a:t>Газпром нефть)</a:t>
            </a:r>
          </a:p>
        </p:txBody>
      </p:sp>
      <p:sp>
        <p:nvSpPr>
          <p:cNvPr id="5" name="GS_name"/>
          <p:cNvSpPr txBox="1"/>
          <p:nvPr/>
        </p:nvSpPr>
        <p:spPr>
          <a:xfrm>
            <a:off x="2123728" y="1052736"/>
            <a:ext cx="122413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1000" b="1" dirty="0" err="1"/>
              <a:t>Сут</a:t>
            </a:r>
            <a:r>
              <a:rPr lang="ru-RU" sz="1000" b="1" dirty="0"/>
              <a:t>/1000м ГС</a:t>
            </a:r>
          </a:p>
        </p:txBody>
      </p:sp>
      <p:sp>
        <p:nvSpPr>
          <p:cNvPr id="17" name="NNS_name"/>
          <p:cNvSpPr txBox="1"/>
          <p:nvPr/>
        </p:nvSpPr>
        <p:spPr>
          <a:xfrm>
            <a:off x="6300192" y="1052736"/>
            <a:ext cx="136815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1000" b="1" dirty="0" err="1"/>
              <a:t>Сут</a:t>
            </a:r>
            <a:r>
              <a:rPr lang="ru-RU" sz="1000" b="1" dirty="0"/>
              <a:t>/1000м ННС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5736" y="3501008"/>
            <a:ext cx="86409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1000" b="1" dirty="0"/>
              <a:t>НПВ, </a:t>
            </a:r>
            <a:r>
              <a:rPr lang="en-US" sz="1000" b="1" dirty="0"/>
              <a:t>%</a:t>
            </a:r>
            <a:endParaRPr lang="ru-RU" sz="1000" b="1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3657600" y="1340768"/>
            <a:ext cx="769938" cy="1872208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8128932" y="1340768"/>
            <a:ext cx="763548" cy="1872208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3900880" y="3933056"/>
            <a:ext cx="526657" cy="1905682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sp>
        <p:nvSpPr>
          <p:cNvPr id="15" name="commentsName"/>
          <p:cNvSpPr txBox="1"/>
          <p:nvPr/>
        </p:nvSpPr>
        <p:spPr>
          <a:xfrm>
            <a:off x="4788024" y="3444766"/>
            <a:ext cx="417601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1000" b="1" dirty="0"/>
              <a:t>Комментарии</a:t>
            </a:r>
            <a:r>
              <a:rPr lang="en-US" sz="1000" b="1" dirty="0"/>
              <a:t> </a:t>
            </a:r>
            <a:r>
              <a:rPr lang="ru-RU" sz="1000" b="1" dirty="0"/>
              <a:t>за 1-ый квартал 2019 года</a:t>
            </a:r>
          </a:p>
        </p:txBody>
      </p:sp>
      <p:graphicFrame>
        <p:nvGraphicFramePr>
          <p:cNvPr id="25" name="GS">
            <a:extLst>
              <a:ext uri="{FF2B5EF4-FFF2-40B4-BE49-F238E27FC236}">
                <a16:creationId xmlns:a16="http://schemas.microsoft.com/office/drawing/2014/main" id="{BA4688D1-B2D1-4775-8CEF-BBC7F83F50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937092"/>
              </p:ext>
            </p:extLst>
          </p:nvPr>
        </p:nvGraphicFramePr>
        <p:xfrm>
          <a:off x="107951" y="1273409"/>
          <a:ext cx="4464000" cy="222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NNS">
            <a:extLst>
              <a:ext uri="{FF2B5EF4-FFF2-40B4-BE49-F238E27FC236}">
                <a16:creationId xmlns:a16="http://schemas.microsoft.com/office/drawing/2014/main" id="{BA4688D1-B2D1-4775-8CEF-BBC7F83F50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8934042"/>
              </p:ext>
            </p:extLst>
          </p:nvPr>
        </p:nvGraphicFramePr>
        <p:xfrm>
          <a:off x="4572000" y="1268413"/>
          <a:ext cx="4464001" cy="223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" name="NPV">
            <a:extLst>
              <a:ext uri="{FF2B5EF4-FFF2-40B4-BE49-F238E27FC236}">
                <a16:creationId xmlns:a16="http://schemas.microsoft.com/office/drawing/2014/main" id="{7FD51404-3AA0-425F-8458-2413EAE5C9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8235985"/>
              </p:ext>
            </p:extLst>
          </p:nvPr>
        </p:nvGraphicFramePr>
        <p:xfrm>
          <a:off x="107950" y="3732228"/>
          <a:ext cx="4464001" cy="2865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comments">
            <a:extLst>
              <a:ext uri="{FF2B5EF4-FFF2-40B4-BE49-F238E27FC236}">
                <a16:creationId xmlns:a16="http://schemas.microsoft.com/office/drawing/2014/main" id="{E268598D-CDD1-48DD-AEEC-4F9E0330BE52}"/>
              </a:ext>
            </a:extLst>
          </p:cNvPr>
          <p:cNvSpPr txBox="1"/>
          <p:nvPr/>
        </p:nvSpPr>
        <p:spPr>
          <a:xfrm>
            <a:off x="4788024" y="3686835"/>
            <a:ext cx="417601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000" dirty="0"/>
              <a:t> </a:t>
            </a:r>
          </a:p>
        </p:txBody>
      </p:sp>
      <p:graphicFrame>
        <p:nvGraphicFramePr>
          <p:cNvPr id="6" name="NPV_table">
            <a:extLst>
              <a:ext uri="{FF2B5EF4-FFF2-40B4-BE49-F238E27FC236}">
                <a16:creationId xmlns:a16="http://schemas.microsoft.com/office/drawing/2014/main" id="{108EE076-B771-41DB-B383-221CBA32B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006707"/>
              </p:ext>
            </p:extLst>
          </p:nvPr>
        </p:nvGraphicFramePr>
        <p:xfrm>
          <a:off x="4788024" y="4664594"/>
          <a:ext cx="4059632" cy="1801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49">
                  <a:extLst>
                    <a:ext uri="{9D8B030D-6E8A-4147-A177-3AD203B41FA5}">
                      <a16:colId xmlns:a16="http://schemas.microsoft.com/office/drawing/2014/main" val="31630619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64217319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825044399"/>
                    </a:ext>
                  </a:extLst>
                </a:gridCol>
                <a:gridCol w="675207">
                  <a:extLst>
                    <a:ext uri="{9D8B030D-6E8A-4147-A177-3AD203B41FA5}">
                      <a16:colId xmlns:a16="http://schemas.microsoft.com/office/drawing/2014/main" val="4227944075"/>
                    </a:ext>
                  </a:extLst>
                </a:gridCol>
              </a:tblGrid>
              <a:tr h="222481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/>
                        <a:t>Категория</a:t>
                      </a:r>
                      <a:r>
                        <a:rPr lang="ru-RU" sz="1000" baseline="0" dirty="0"/>
                        <a:t> НПВ</a:t>
                      </a:r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err="1"/>
                        <a:t>Сут</a:t>
                      </a:r>
                      <a:r>
                        <a:rPr lang="ru-RU" sz="10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/>
                        <a:t>+/-</a:t>
                      </a:r>
                      <a:endParaRPr lang="ru-RU" sz="10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375092"/>
                  </a:ext>
                </a:extLst>
              </a:tr>
              <a:tr h="222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1" u="none" dirty="0"/>
                        <a:t>Авария:</a:t>
                      </a:r>
                      <a:endParaRPr lang="ru-RU" sz="80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746010"/>
                  </a:ext>
                </a:extLst>
              </a:tr>
              <a:tr h="222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1" u="none" dirty="0"/>
                        <a:t>Брак:</a:t>
                      </a:r>
                      <a:endParaRPr lang="ru-RU" sz="80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429985"/>
                  </a:ext>
                </a:extLst>
              </a:tr>
              <a:tr h="222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1" u="none" dirty="0"/>
                        <a:t>Геол. осложнение:</a:t>
                      </a:r>
                      <a:endParaRPr lang="ru-RU" sz="80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790103"/>
                  </a:ext>
                </a:extLst>
              </a:tr>
              <a:tr h="222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1" u="none" dirty="0"/>
                        <a:t>Осложнение:</a:t>
                      </a:r>
                      <a:endParaRPr lang="ru-RU" sz="80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477803"/>
                  </a:ext>
                </a:extLst>
              </a:tr>
              <a:tr h="222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1" u="none" dirty="0" err="1"/>
                        <a:t>Метео</a:t>
                      </a:r>
                      <a:r>
                        <a:rPr lang="ru-RU" sz="800" b="1" u="none" dirty="0"/>
                        <a:t>:</a:t>
                      </a:r>
                      <a:endParaRPr lang="ru-RU" sz="80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534141"/>
                  </a:ext>
                </a:extLst>
              </a:tr>
              <a:tr h="222481">
                <a:tc>
                  <a:txBody>
                    <a:bodyPr/>
                    <a:lstStyle/>
                    <a:p>
                      <a:r>
                        <a:rPr lang="ru-RU" sz="800" b="1" u="none" dirty="0"/>
                        <a:t>Простои:</a:t>
                      </a:r>
                      <a:r>
                        <a:rPr lang="ru-RU" sz="800" u="non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206647"/>
                  </a:ext>
                </a:extLst>
              </a:tr>
              <a:tr h="2224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b="1" u="none" dirty="0"/>
                        <a:t>Ремонт:</a:t>
                      </a:r>
                      <a:endParaRPr lang="ru-RU" sz="80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800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520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119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25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pn_report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706F6F"/>
      </a:lt2>
      <a:accent1>
        <a:srgbClr val="004077"/>
      </a:accent1>
      <a:accent2>
        <a:srgbClr val="2FB4E9"/>
      </a:accent2>
      <a:accent3>
        <a:srgbClr val="0070BA"/>
      </a:accent3>
      <a:accent4>
        <a:srgbClr val="DADADA"/>
      </a:accent4>
      <a:accent5>
        <a:srgbClr val="AEBD15"/>
      </a:accent5>
      <a:accent6>
        <a:srgbClr val="F7A600"/>
      </a:accent6>
      <a:hlink>
        <a:srgbClr val="0070BA"/>
      </a:hlink>
      <a:folHlink>
        <a:srgbClr val="706F6F"/>
      </a:folHlink>
    </a:clrScheme>
    <a:fontScheme name="Газпром нефть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>
          <a:solidFill>
            <a:schemeClr val="accent2"/>
          </a:solidFill>
        </a:ln>
      </a:spPr>
      <a:bodyPr rtlCol="0" anchor="ctr"/>
      <a:lstStyle>
        <a:defPPr>
          <a:spcBef>
            <a:spcPts val="600"/>
          </a:spcBef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rIns="0" rtlCol="0">
        <a:spAutoFit/>
      </a:bodyPr>
      <a:lstStyle>
        <a:defPPr>
          <a:spcBef>
            <a:spcPts val="600"/>
          </a:spcBef>
          <a:defRPr sz="12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ГПН">
    <a:dk1>
      <a:srgbClr val="3C3C3C"/>
    </a:dk1>
    <a:lt1>
      <a:srgbClr val="FFFFFF"/>
    </a:lt1>
    <a:dk2>
      <a:srgbClr val="000000"/>
    </a:dk2>
    <a:lt2>
      <a:srgbClr val="706F6F"/>
    </a:lt2>
    <a:accent1>
      <a:srgbClr val="004077"/>
    </a:accent1>
    <a:accent2>
      <a:srgbClr val="2FB4E9"/>
    </a:accent2>
    <a:accent3>
      <a:srgbClr val="0070BA"/>
    </a:accent3>
    <a:accent4>
      <a:srgbClr val="DADADA"/>
    </a:accent4>
    <a:accent5>
      <a:srgbClr val="AEBD15"/>
    </a:accent5>
    <a:accent6>
      <a:srgbClr val="F7A600"/>
    </a:accent6>
    <a:hlink>
      <a:srgbClr val="0070BA"/>
    </a:hlink>
    <a:folHlink>
      <a:srgbClr val="706F6F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gpn_report</Template>
  <TotalTime>0</TotalTime>
  <Words>48</Words>
  <Application>Microsoft Office PowerPoint</Application>
  <PresentationFormat>Экран (4:3)</PresentationFormat>
  <Paragraphs>20</Paragraphs>
  <Slides>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Wingdings</vt:lpstr>
      <vt:lpstr>gpn_report</vt:lpstr>
      <vt:lpstr>think-cell Slide</vt:lpstr>
      <vt:lpstr> </vt:lpstr>
      <vt:lpstr>Эксплуатационное бурение (Газпром нефть)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2019-09-03T05:52:01Z</dcterms:created>
  <dcterms:modified xsi:type="dcterms:W3CDTF">2019-09-26T13:40:39Z</dcterms:modified>
  <cp:category/>
</cp:coreProperties>
</file>